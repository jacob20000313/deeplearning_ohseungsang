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17:57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24575,'-2'110'0,"5"116"0,1-210 0,0 0 0,2-1 0,0 0 0,0 0 0,2-1 0,0 1 0,0-1 0,19 22 0,12 9 0,-22-27 0,-1 1 0,-1 1 0,-1 0 0,14 26 0,-24-40 0,0 1 0,1-1 0,0 0 0,0 0 0,9 8 0,14 16 0,43 40 0,-38-37 0,-27-29 0,-1 1 0,1 0 0,-1 1 0,0-1 0,5 8 0,2 5 0,1-1 0,0-1 0,1 0 0,23 19 0,-29-27 0,2 0 0,-1-1 0,1-1 0,0 0 0,0 0 0,1-1 0,-1 0 0,1-1 0,16 5 0,-12-5 0,-1 0 0,1 1 0,-1 1 0,15 9 0,-15-7 0,-1-2 0,1 0 0,0 0 0,21 4 0,-8-3 0,0 0 0,34 16 0,-16-5 0,-2-4 0,-28-10 0,-1 0 0,0 2 0,0 0 0,19 11 0,-14-7 0,1-1 0,-1-1 0,1 0 0,1-1 0,40 7 0,11 4 0,109 34 0,-19-5 0,-134-42 0,-6-2 0,1 1 0,-1 2 0,-1 0 0,1 1 0,-1 1 0,24 13 0,-21-9 0,0-1 0,46 14 0,24 11 0,62 41 0,-129-64 0,34 20 0,154 131 0,-77-78 0,68 72 0,-99-53 0,-76-76 0,-8-7 0,-1 0 0,0 1 0,22 34 0,85 123 0,-105-147 0,41 45 0,-54-69 0,-1 1 0,0 1 0,-1 0 0,0 0 0,-1 1 0,0 0 0,-1 1 0,0 0 0,-1 0 0,9 27 0,46 133 0,-13-46 0,22 31 0,-58-129 0,2-2 0,18 30 0,-20-38 0,-1 0 0,-1 1 0,-1 1 0,0-1 0,8 33 0,17 170 0,-34-223 0,1 0 0,-1 0 0,0 1 0,0-1 0,0 0 0,0 0 0,0 0 0,0 0 0,0 0 0,0 0 0,0 1 0,0-1 0,0 0 0,0 0 0,0 0 0,0 0 0,0 0 0,-1 1 0,1-1 0,0 0 0,0 0 0,0 0 0,0 0 0,0 0 0,0 0 0,0 0 0,0 1 0,0-1 0,0 0 0,0 0 0,-1 0 0,1 0 0,0 0 0,0 0 0,0 0 0,0 0 0,0 0 0,0 0 0,-1 0 0,1 0 0,0 0 0,0 0 0,0 1 0,0-1 0,0 0 0,-1 0 0,1 0 0,0 0 0,0-1 0,0 1 0,0 0 0,0 0 0,0 0 0,-1 0 0,1 0 0,0 0 0,0 0 0,0 0 0,0 0 0,0 0 0,0 0 0,-1 0 0,-12-10 0,-12-15 0,14 15-8,-1 0-1,-1 0 1,0 1 0,0 1-1,0 0 1,-1 1-1,0 1 1,-1 0 0,0 0-1,1 2 1,-20-4-1,-30-12-1255,53 16-5562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17:58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1 248 24575,'-1'-9'0,"1"1"0,1-1 0,-1 0 0,2 1 0,-1-1 0,1 1 0,0-1 0,1 1 0,0 0 0,0 0 0,1 0 0,0 0 0,6-8 0,11-18-682,22-44-1,-39 67-6143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18:00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0 24575,'0'9'0,"-1"-1"0,0 1 0,-1-1 0,0 1 0,0-1 0,0 0 0,-1 0 0,-1 0 0,-7 13 0,-4 3 0,-28 35 0,42-59 0,-9 16-45,0 1 0,0 0 1,-12 35-1,10-25-1141,8-16-5640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18:01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24575,'5'0'0,"-1"1"0,1 0 0,-1 0 0,0 1 0,0-1 0,1 1 0,-1 0 0,0 0 0,-1 0 0,1 1 0,0-1 0,-1 1 0,1 0 0,3 4 0,48 54 0,-38-42 0,46 59-1365,-56-68-5461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0:40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3053 0 24575,'-4'1'0,"-1"1"0,1-1 0,-1 0 0,1 1 0,0 0 0,0 0 0,0 0 0,0 1 0,0-1 0,1 1 0,-5 3 0,-30 18 0,-178 60 0,194-80 0,0 0 0,0-2 0,-1 0 0,1-2 0,-40-3 0,-6 0 0,-549 3 0,477-18 0,84 17 0,-100 3 0,119 3 0,-58 16 0,68-13 0,-1-2 0,1-1 0,-1-1 0,-31 0 0,-81 14 0,56-8 0,27-2 0,44-6 0,-1 0 0,1 1 0,1 0 0,-1 1 0,0 1 0,-21 11 0,-66 47 0,64-39 0,-25 15 0,-57 41 0,104-70 0,1 2 0,0 0 0,1 0 0,0 1 0,-20 28 0,26-31 0,-1 0 0,0-1 0,-1 0 0,0-1 0,-1 1 0,1-2 0,-2 1 0,1-1 0,-19 10 0,-48 32 0,65-43 0,-1 1 0,2 1 0,-1-1 0,1 2 0,0 0 0,0 0 0,1 1 0,1 0 0,-11 15 0,11-13 0,1 0 0,0 0 0,1 1 0,0 0 0,1 0 0,0 0 0,-4 21 0,9-32 0,-13 41 0,7-26 0,1 1 0,0-1 0,2 1 0,0 0 0,-1 24 0,5-23 0,-1 0 0,-1-1 0,0 1 0,-2 0 0,0-1 0,-1 1 0,-8 21 0,6-22 0,0 0 0,1 0 0,-5 30 0,9-38 0,0-1 0,0 0 0,1 0 0,1 1 0,-1-1 0,2 0 0,-1 0 0,1 1 0,4 10 0,-4-16 0,0-1 0,0 0 0,0 0 0,0 1 0,1-2 0,-1 1 0,1 0 0,0 0 0,0-1 0,0 1 0,6 3 0,45 22 0,-16-9 0,11 0 0,-41-17 0,0 1 0,0-1 0,0 2 0,11 5 0,-17-7 0,0-1 0,0 1 0,0-1 0,0 1 0,0 0 0,-1 0 0,1 0 0,0 0 0,-1 0 0,0 0 0,1 0 0,-1 1 0,0-1 0,0 0 0,0 1 0,-1-1 0,1 1 0,0-1 0,-1 4 0,6 34 0,-1 1 0,1 55 0,12 45 0,-18-135 0,1 1 0,-1 0 0,1-1 0,0 1 0,1 0 0,-1-1 0,1 1 0,1-1 0,-1 0 0,1 0 0,0 0 0,0 0 0,1 0 0,0-1 0,0 1 0,0-1 0,1 0 0,0 0 0,-1-1 0,2 0 0,-1 1 0,0-2 0,1 1 0,0-1 0,0 1 0,7 2 0,42 22 0,-38-19 0,1 1 0,0-2 0,0 0 0,1-1 0,20 4 0,-24-7 0,-1 1 0,0 1 0,0 0 0,0 1 0,-1 1 0,0 0 0,0 1 0,11 10 0,-10-8 0,1-1 0,0 0 0,0-1 0,1 0 0,24 8 0,1-2 0,-26-9 0,1 0 0,32 6 0,-29-7 0,-1 0 0,1 2 0,-1 0 0,-1 1 0,1 1 0,30 21 0,31 16 0,-50-31 0,36 26 0,-6-3 0,-46-30 0,1-1 0,-1 1 0,0 0 0,0 1 0,-1 1 0,22 21 0,37 40 0,-64-63 0,0 1 0,0 0 0,-1 1 0,-1 0 0,1 0 0,-2 0 0,1 0 0,-2 1 0,1 0 0,-1-1 0,-1 1 0,0 1 0,0-1 0,-1 12 0,9 63 0,-2-31 0,-4-31 0,1-1 0,14 40 0,-9-35 0,-2-2 0,1-2 0,1 1 0,1-1 0,1-1 0,1 0 0,30 40 0,-29-50 0,1 0 0,-1 0 0,2-2 0,0 0 0,0 0 0,24 9 0,-34-16 0,1-1 0,-1 0 0,1 0 0,0-1 0,1 0 0,-1 0 0,0 0 0,0-1 0,1 0 0,13-1 0,69-10 0,0-1 0,-83 11 0,1 0 0,0 0 0,-1-1 0,1-1 0,-1 1 0,0-1 0,1 0 0,-1-1 0,0 0 0,0 0 0,10-7 0,-1-1 0,-1-1 0,0-1 0,15-18 0,-23 24 0,50-39 0,-49 41 0,0-1 0,0 0 0,0 0 0,-1-1 0,1 0 0,-2 0 0,1-1 0,-1 0 0,0 0 0,8-17 0,70-138 0,-27 27 0,-23 71 0,-26 53 0,-1-1 0,0 1 0,-1-1 0,8-27 0,5-15 0,-15 44 0,0-1 0,0 1 0,-1-1 0,0 1 0,-1-1 0,1-16 0,14-148 0,-9 116 0,-4 33 0,2-45 0,-6 46 0,-1 0 0,-2 1 0,0-1 0,-1 1 0,-11-34 0,9 45 0,2-1 0,-1 1 0,2-1 0,0 1 0,1-1 0,0 0 0,1 0 0,1 0 0,0 0 0,1 0 0,1 0 0,3-16 0,1-1 0,-2 0 0,-2-1 0,0 1 0,-6-50 0,2-1 0,1 41 0,-1-1 0,-9-52 0,8 76 0,0-1 0,2 1 0,1-1 0,0 1 0,1-1 0,1 1 0,1-1 0,1 1 0,1 0 0,0 0 0,1 1 0,1-1 0,1 1 0,1 1 0,0 0 0,1 0 0,1 1 0,1 0 0,18-20 0,-4 5 0,1 2 0,2 0 0,1 2 0,1 1 0,1 2 0,52-30 0,-79 50 0,1 0 0,-1 0 0,0 0 0,0-1 0,-1 0 0,1 0 0,-1 0 0,0 0 0,5-10 0,29-55 0,-37 66 0,14-30 0,-2 0 0,-1-1 0,-2 0 0,-1-1 0,-2 0 0,-1-1 0,-2 1 0,-2-69 0,1 36 0,-1 45 0,-1 0 0,-2-1 0,0 1 0,-6-36 0,6 57 5,0 0 0,1 1 0,-1-1 0,-1 0 0,1 0 0,0 1 0,-1-1 0,1 1 0,-1 0 0,0-1 0,0 1 0,1 0 0,-2 0 0,1 0 0,0 0 0,0 0 0,-1 1 0,1-1 0,-1 1 0,1-1 0,-1 1 0,1 0 0,-4-1 0,-4 0-253,1 0 1,-1 1-1,0 0 1,0 0-1,-13 2 1,7-1-6579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1:02.0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1643 693 24575,'-15'0'0,"0"0"0,0-2 0,1 0 0,-1 0 0,0-1 0,1-1 0,-1-1 0,1 0 0,-25-13 0,13 7 0,19 8 0,0 0 0,1 0 0,-1 0 0,1-1 0,-1 0 0,-8-7 0,-69-64 0,5-8 0,69 72 0,1 0 0,1-1 0,0-1 0,0 1 0,1-1 0,1-1 0,1 1 0,-1-1 0,2 0 0,-5-23 0,7 27 0,0 1 0,-1 0 0,0 0 0,-1 0 0,0 0 0,0 0 0,-1 1 0,0 0 0,-1 0 0,1 0 0,-1 1 0,-1 0 0,-10-9 0,-4-3 0,-2 1 0,-1 1 0,-28-15 0,30 19 0,-1 1 0,0 1 0,-1 1 0,-46-12 0,39 18 0,0 2 0,0 1 0,0 1 0,-36 5 0,47-3 0,1 2 0,-1 1 0,1 0 0,-1 1 0,-22 11 0,-88 51 0,100-51 0,16-10 0,0 1 0,1 1 0,0 1 0,1-1 0,-1 2 0,2 0 0,0 0 0,0 1 0,1 1 0,1-1 0,0 2 0,-9 17 0,13-22 0,-6 8 0,1 0 0,1 1 0,1 0 0,1 1 0,0 0 0,2 0 0,-5 21 0,6-19 0,-1 0 0,-11 28 0,10-33 0,1 0 0,1 0 0,0 0 0,1 1 0,-2 23 0,-13 119 0,18-141 0,-1-9 0,0 1 0,1 0 0,1-1 0,-1 1 0,1-1 0,1 1 0,0-1 0,0 0 0,1 1 0,0-1 0,1 0 0,0-1 0,0 1 0,7 9 0,29 39 0,-3 2 0,53 112 0,-87-162 0,0 0 0,0 0 0,-1 0 0,0 0 0,0 1 0,-1-1 0,-1 1 0,1-1 0,-2 1 0,-1 13 0,-3 10 0,-16 52 0,16-66 0,-16 76 0,16-65 0,-2 0 0,-1 0 0,-17 44 0,-11 22 0,26-64 0,-27 54 0,30-71 0,1 1 0,1-1 0,0 1 0,0 0 0,2 0 0,0 1 0,-1 20 0,4 122 0,3-75 0,-3-76 0,1 0 0,0 0 0,1-1 0,0 1 0,0 0 0,0-1 0,1 0 0,0 0 0,1 0 0,-1 0 0,8 9 0,2 3 0,2 0 0,26 24 0,-24-28 0,2 0 0,0-1 0,0-1 0,35 16 0,12 9 0,-38-24 0,2-1 0,-1-1 0,1-2 0,63 13 0,-70-17 0,105 14 0,-59-12 0,-54-7 0,0 0 0,0 0 0,0 2 0,-1 0 0,1 0 0,-1 1 0,0 1 0,0 1 0,0 0 0,15 9 0,-16-7 0,0-1 0,1-1 0,0 0 0,0-1 0,0 0 0,0-1 0,1-1 0,22 2 0,13-1 0,59-3 0,-64-1 0,43 1 0,88-3 0,-115-6 0,-35 4 0,46-1 0,-21 6 0,-21 1 0,0-2 0,1-1 0,-1-2 0,35-6 0,-44 4 0,1 2 0,0 1 0,-1 0 0,1 2 0,35 3 0,-15 3 0,79 19 0,-73-13 0,-1-2 0,2-2 0,-1-2 0,77-1 0,-15-3 0,98-4 0,-201 0 0,0 1 0,1-1 0,-1 0 0,0-1 0,12-5 0,32-10 0,-38 16 0,1 0 0,-1-1 0,0-1 0,0 0 0,0-1 0,-1 0 0,1-1 0,-1 0 0,13-10 0,-4 1 0,-18 13 0,1-1 0,0 1 0,-1-1 0,1 1 0,-1-1 0,0 0 0,0-1 0,0 1 0,-1 0 0,1-1 0,-1 0 0,1 1 0,-1-1 0,0 0 0,1-6 0,8-28 0,-7 24 0,0-1 0,1 1 0,12-23 0,-10 19 0,-1 0 0,-1 0 0,0-1 0,-2 1 0,0-1 0,-1 0 0,-1 0 0,-1-30 0,0 23 0,0 4 0,0 0 0,-6-33 0,4 46 0,0 1 0,-1 0 0,1 0 0,-1 1 0,-1-1 0,0 0 0,0 1 0,0 0 0,-1 0 0,-6-7 0,-56-70 0,38 45 0,-59-59 0,70 81 0,0-1 0,0 0 0,2-2 0,0 0 0,-18-32 0,24 34 0,1-1 0,1 1 0,1-2 0,1 1 0,-6-30 0,-11-48 0,11 52 0,-8-58 0,13 54 0,3 25 0,-2-45 0,5 49 0,-1 0 0,-1 0 0,-10-32 0,-4-29 0,15 69 0,0 0 0,-1 0 0,-1 0 0,0 1 0,-1-1 0,0 1 0,-13-20 0,-54-67 0,68 93 0,-12-12 0,0 0 0,-1 1 0,0 0 0,-1 2 0,-1 0 0,-1 1 0,0 1 0,0 0 0,-1 2 0,0 1 0,-24-8 0,-58-28 0,77 39 0,-1 1 0,0 1 0,0 1 0,0 2 0,0 0 0,-37 5 0,-15-2 0,5 0 0,-80-4 0,146 1-170,1 0-1,0-1 0,0 0 1,0 0-1,0-1 0,0 0 1,-9-5-1,7 2-6655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1:30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0 24575,'0'3'0,"-3"1"0,-4 0 0,-1 2 0,2 3 0,-3 0 0,2 2 0,-2-1 0,1 0 0,-2-1 0,-1-2 0,1 0 0,2 3 0,-1-1 0,2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1:33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24575,'0'3'0,"3"4"0,1 4 0,0 2 0,-1 3 0,2-1 0,0-1 0,3-3 0,-1 1 0,-1 0 0,1-1 0,0 0 0,-2 1 0,-1 2 0,1-1 0,0-1 0,0 2 0,-2-3-8191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1:37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0 24575,'-3'0'0,"-4"0"0,-1 3 0,-2 1 0,-2 0 0,0 2 0,3 3 0,0 1 0,1 0 0,0 0 0,0 0 0,-1-1 0,1 1 0,-1-2 0,-2-1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1:39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24575,'16'52'0,"-15"-46"-53,2 10-111,1 1 0,0-1 0,1 0 0,1 0 0,0 0 0,1-1 0,15 24 0,-16-31-6662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3:47.9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256 0 24575,'-164'137'0,"111"-99"102,23-19-1569,21-12-5359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3:49.0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24575,'3'0'0,"1"3"0,-1 4 0,0 4 0,-1 3 0,0 2 0,-2 1 0,4-2 0,0 0 0,0-1 0,-1 2 0,-1-1 0,-1 2 0,0 0 0,-1-3-8191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3:55.9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231 1 24575,'-12'2'0,"1"0"0,-1 1 0,1 0 0,0 1 0,0 0 0,0 1 0,1 0 0,-1 1 0,-16 12 0,-5 1 0,-29 25-1365,51-39-5461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3:57.2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24575,'0'3'0,"0"4"0,3 1 0,1 2 0,0 2 0,-1 2 0,-1 2 0,-1 1 0,3-2 0,1-1 0,-2 0 0,0 1 0,0 1 0,-2 1 0,-1 0 0,1 0 0,-2 1 0,1-3-8191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6:32.5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0 741 24575,'11'-8'0,"0"0"0,0 0 0,1 1 0,0 0 0,0 1 0,1 0 0,0 1 0,0 0 0,0 1 0,14-2 0,48-18 0,-57 18 0,1 0 0,0 2 0,21-3 0,-27 5 0,1 0 0,-1 0 0,0-1 0,0-1 0,-1 0 0,1-1 0,-1-1 0,22-12 0,103-68 0,-105 68 0,1 2 0,0 1 0,39-11 0,11-5 0,-27 5 0,-39 17 0,0 1 0,0 0 0,35-9 0,5 2 0,-39 10 0,-1 0 0,1 1 0,0 1 0,31-1 0,-9 1 0,1-2 0,-1-1 0,61-19 0,-59 15 0,-17 3 0,0 2 0,0 1 0,1 1 0,33 0 0,100-14 0,-131 15 0,1-1 0,41-9 0,-52 7 0,1 1 0,0 1 0,0 0 0,0 2 0,0 0 0,0 1 0,0 1 0,21 4 0,8 2 0,1-1 0,0-3 0,88-6 0,-32 1 0,-3 4 0,112-5 0,-153-5 0,-35 4 0,46-1 0,-52 5 0,78-3 0,-89 2 0,0-1 0,0 0 0,-1 0 0,1-1 0,0 0 0,-1 0 0,0-1 0,13-8 0,-19 11 0,-1 1 0,1-1 0,-1 0 0,0 1 0,0-1 0,1 0 0,-1 0 0,0 0 0,0 0 0,0 0 0,0 0 0,0 0 0,0 0 0,0-1 0,-1 1 0,1 0 0,0 0 0,-1-1 0,1 1 0,-1 0 0,1-1 0,-1 1 0,1-1 0,-1 1 0,0-1 0,0 1 0,0-1 0,0 1 0,0-1 0,0 1 0,0-1 0,-1 1 0,1 0 0,0-1 0,-1 1 0,1-1 0,-1 1 0,1 0 0,-1-1 0,0 1 0,0 0 0,0 0 0,1-1 0,-1 1 0,-2-1 0,0-2 0,-2 1 0,1 0 0,0 0 0,0 0 0,-1 0 0,0 0 0,0 1 0,1 0 0,-1 0 0,-1 0 0,-4 0 0,-50-11 19,-42-7-1403,88 19-5442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6:40.0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90 1 24575,'-2'9'0,"1"0"0,-1 0 0,-1 0 0,1-1 0,-2 1 0,1-1 0,-7 12 0,-6 16 0,9-18-116,-1 3-133,0-1-1,2 1 0,0 1 0,-4 41 0,9-48-6576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6:45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4004 582 24453,'-4003'-582'0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6:48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1 136 24575,'5'-1'0,"0"0"0,1-1 0,-1 1 0,0-1 0,0 0 0,6-4 0,9-3 0,35-9 0,34-14 0,-69 23 44,2 1 0,30-6 0,29-12-1541,-70 22-5329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26:54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24575,'0'4'0,"0"3"0,0 3 0,3 1 0,1 1 0,3-1 0,0 0 0,-1 1 0,-2 2 0,2-1 0,0-1 0,1-1 0,0-1 0,2-1 0,-1 1 0,2-2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9T17:30:30.976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0,'619'0,"-443"19,-146-18,1 1,35 8,-39-7,0-1,34-2,-38-1,-1 1,1 1,44 8,-34-3,0-2,0-2,0-1,45-4,5 0,1293 3,-1207 18,18 1,-145-20,-16 0,0 1,1 1,50 9,-51-5,0-2,0-1,1-1,39-4,-29 1,47 4,-27 6,-38-4,1-1,25 0,-16-2,-1 2,46 10,-46-7,0-1,50 2,-45-7,-1 2,48 9,-51-8,0 0,32-2,-32-2,-1 2,39 6,78 14,-114-17,1-2,31-1,-33-2,-1 2,47 7,-24-2,0-2,0-2,57-5,-4 0,-75 5,0 0,38 8,-21-4,1-3,88-5,-36-1,817 3,-740 19,34-2,-169-17,1 2,53 9,-59-7,0-1,61-4,-28-1,-55 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9T17:30:32.792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0,'19'177,"-4"70,-12-152,-3-65,1 0,7 45,-3-44,-2 1,-2 56,-1-55,0-1,9 51,-3-31,-2 0,-2 1,-5 55,1-2,2 458,-18-423,18 759,18-724,-19-112,0-20,1 0,13 87,-8-90,-1 1,-2 0,-5 50,2-10,1-67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9T17:30:39.049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0,'0'1465,"18"-1307,-21-33,6 139,5-205,2 23,7 76,-17-116,2 1,10 53,-9-71,-1 0,-2 34,0-37,0 0,1 0,7 36,-4-37,-1 1,0 33,5 34,-4-57,-1 1,-1 0,-4 41,2 53,8-66,-4-36,2 48,-8 11,4 114,6-141,-4-37,-1-1,0 26,-4 114,1-144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9T17:30:40.825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57,'86'-18,"-19"8,8-1,121-4,-48 13,128 5,-210 5,-35-3,48 0,415-6,-318 20,724-20,-825-9,-27 2,-20 4,32-3,64 0,19 5,119 5,-205 6,-37-6,-1 0,26 0,16-2,90 11,-127-9,0 1,0 1,-1 2,0 0,0 1,27 15,-30-14,1-1,0 0,0-1,0-1,1-2,43 5,138-6,-117-4,778 1,-688-18,-65 16,114 5,-157 4,-28-1,46-2,919-4,-865 19,-93-19,87 12,-105-8,51-1,-53-3,-1 1,38 6,-46-3,0-1,0-1,0-1,1 0,-1-1,0-1,28-5,-35 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31:14.7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24557,'5280'0'0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31:18.1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24575,'52'16'0,"6"-2"0,-2 3 0,59 26 0,-113-42 0,0-1 0,0 1 0,-1-1 0,1 1 0,0 0 0,0 0 0,0 0 0,-1 0 0,1 0 0,0 0 0,-1 0 0,1 1 0,-1-1 0,0 1 0,1-1 0,-1 1 0,0-1 0,0 1 0,0 0 0,0-1 0,0 1 0,0 0 0,0 0 0,-1 0 0,1 0 0,-1 0 0,1 0 0,-1 0 0,0 0 0,0 0 0,0 0 0,0 0 0,0 0 0,0 0 0,-1 3 0,-3 4 0,0 0 0,0 0 0,-1 0 0,0 0 0,-1-1 0,-7 9 0,-11 19 0,-18 27 0,-14 24 0,40-65 0,0 2 0,-12 27 0,16-28-1365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31:33.1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24575,'147'-2'0,"154"5"0,-277 0 0,-1 1 0,25 7 0,28 6 0,-26-9 0,-1 1 0,1 3 0,-2 2 0,0 3 0,48 22 0,-88-33 0,-1-1 0,1 1 0,-1 1 0,0-1 0,-1 1 0,0 0 0,0 1 0,0 0 0,8 15 0,23 29 0,-10-26 0,35 28 0,-10-11 0,-42-32 0,0 1 0,0 0 0,14 25 0,-4-8 0,17 37 0,-27-48 0,-1 0 0,21 25 0,0-9 0,-20-24 0,-1 1 0,0 0 0,0 1 0,10 18 0,-11-16 0,1-1 0,18 22 0,1 1 0,106 154 0,-94-153 0,-15-15 0,1 1 0,48 33 0,-54-43 0,18 15 0,-16-11 0,1 0 0,1-2 0,0-1 0,52 22 0,-2-9 0,114 38 0,-158-58 0,53 7 0,-61-12 0,0 1 0,0 1 0,-1 1 0,0 1 0,29 12 0,-37-13 0,0-1 0,0 0 0,1-1 0,-1 0 0,1-1 0,16 1 0,-14-2 0,1 1 0,-2 0 0,1 1 0,19 7 0,-11 0 0,1-2 0,0 0 0,0-2 0,0-1 0,1-1 0,0-1 0,33 0 0,365-4 0,-283-17 0,17 0 0,267 19 0,-405-3 0,0-1 0,1 0 0,-1-2 0,0 0 0,-1-1 0,37-18 0,-25 11 0,43-11 0,-40 12 0,0 0 0,0-2 0,-2-2 0,60-37 0,-64 36 0,11-4 0,1 1 0,1 2 0,59-18 0,-33 8 0,-53 21 0,-1 1 0,1 0 0,0 1 0,1 1 0,28-6 0,38-7 0,-95 19 0,0-1 0,0-1 0,-18-2 0,-11 0 0,-382 2-1365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31:33.9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0 24575,'-1'21'0,"-1"-1"0,-1 0 0,-1 0 0,-1-1 0,-1 1 0,-14 33 0,-3 11 0,14-8 0,8-48 0,1 0 0,-1-1 0,0 1 0,-1-1 0,0 1 0,0-1 0,-1 1 0,-3 6 0,-4 11-1365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31:52.619"/>
    </inkml:context>
    <inkml:brush xml:id="br0">
      <inkml:brushProperty name="width" value="0.1" units="cm"/>
      <inkml:brushProperty name="height" value="0.1" units="cm"/>
      <inkml:brushProperty name="color" value="#5A4932"/>
    </inkml:brush>
  </inkml:definitions>
  <inkml:trace contextRef="#ctx0" brushRef="#br0">1 1938 24575,'-1'5'0,"2"-1"0,-1 1 0,0-1 0,1 1 0,0-1 0,0 1 0,0-1 0,0 0 0,1 0 0,0 0 0,0 0 0,0 0 0,0 0 0,0 0 0,1 0 0,0-1 0,0 0 0,0 1 0,0-1 0,0 0 0,1 0 0,-1-1 0,1 1 0,0-1 0,0 0 0,0 1 0,0-2 0,8 4 0,8 0 0,0 0 0,1-2 0,0 0 0,-1-1 0,22-2 0,4 2 0,14 7 0,21 0 0,5-8 0,93-4 0,-167 1 0,0-1 0,-1 0 0,0-1 0,1-1 0,-1 1 0,-1-2 0,1 0 0,-1 0 0,0-1 0,0 0 0,-1 0 0,0-1 0,0-1 0,10-13 0,-6 9 0,0 1 0,0 0 0,1 0 0,22-13 0,31-27 0,-36 21 0,47-66 0,-11 13 0,-51 63 0,0-1 0,21-40 0,10-16 0,36-52 0,-69 109 0,-2-1 0,-1 0 0,16-43 0,-13 30 0,-6 18 0,-1 0 0,-2 0 0,5-21 0,-4 12 0,1 1 0,1 0 0,1 1 0,1 0 0,0 1 0,17-25 0,80-149 0,16 17 0,-57 90 0,-20 17 0,-34 53 0,0 0 0,0 1 0,2 1 0,0 0 0,2 0 0,0 2 0,33-28 0,-33 35 0,0 1 0,0 0 0,1 1 0,0 1 0,0 0 0,27-4 0,-18 4 0,-1-1 0,30-12 0,-37 12 0,1 1 0,1 2 0,-1-1 0,1 2 0,22-1 0,44-8 0,-29-2 0,-37 8 0,0 1 0,0 0 0,1 1 0,0 2 0,-1 0 0,1 1 0,0 1 0,0 1 0,37 6 0,21 9 0,134 11 0,-1 9 0,-193-33 0,0 0 0,-1 2 0,1 0 0,-1 1 0,0 1 0,0 1 0,-1 0 0,0 1 0,-1 1 0,17 13 0,94 47 0,-103-60 0,0-1 0,37 9 0,-40-13 0,0 1 0,0 1 0,0 1 0,26 14 0,35 19 0,-62-33 0,-1 1 0,0 1 0,0 1 0,-1 1 0,25 20 0,-37-27 0,1 0 0,0-1 0,0 0 0,1 0 0,0 0 0,-1-1 0,1 0 0,0 0 0,0-1 0,1 0 0,-1-1 0,0 0 0,1 0 0,14-1 0,42 8 0,185 60 0,-240-65 0,7 3 0,0-1 0,0-1 0,0 0 0,1-1 0,34 0 0,142 14 0,-184-17 0,126 5 0,-118-3 0,0 1 0,0 1 0,-1 1 0,1 0 0,24 12 0,-41-16 0,0-1 0,0 1 0,0 0 0,0-1 0,0 1 0,1-1 0,-1 1 0,0-1 0,0 0 0,0 0 0,1 1 0,-1-1 0,0 0 0,0 0 0,0 0 0,1 0 0,-1 0 0,0 0 0,2-1 0,-3 0 0,1 1 0,-1-1 0,0 0 0,0 0 0,0 1 0,0-1 0,0 0 0,0 0 0,0 1 0,0-1 0,0 0 0,0 0 0,-1 1 0,1-1 0,0 0 0,0 1 0,-1-1 0,1 0 0,0 1 0,-1-1 0,1 0 0,-1 0 0,-39-52 0,33 44 0,-17-19 0,-2 1 0,-1 0 0,-46-34 0,67 57 0,-4-6 0,0 1 0,1-1 0,-11-16 0,13 17 0,0 0 0,0 0 0,-1 1 0,0 0 0,0 1 0,-12-9 0,0 2-1365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31:53.287"/>
    </inkml:context>
    <inkml:brush xml:id="br0">
      <inkml:brushProperty name="width" value="0.1" units="cm"/>
      <inkml:brushProperty name="height" value="0.1" units="cm"/>
      <inkml:brushProperty name="color" value="#5A4932"/>
    </inkml:brush>
  </inkml:definitions>
  <inkml:trace contextRef="#ctx0" brushRef="#br0">264 0 24575,'-4'1'0,"0"0"0,0-1 0,1 1 0,-1 1 0,1-1 0,-1 0 0,1 1 0,-1 0 0,1 0 0,0 0 0,0 0 0,0 0 0,0 1 0,0-1 0,0 1 0,1 0 0,-1 0 0,1 0 0,0 0 0,0 0 0,-3 5 0,-5 11 0,1 1 0,-12 32 0,13-32 0,-14 45 0,16-44 0,-1 0 0,-1-1 0,0 0 0,-17 27 0,3-10-8,14-24-331,0 0 0,-1 0-1,-14 17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48:40.2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499 902 24575,'0'-1'0,"-1"0"0,1 0 0,0 1 0,-1-1 0,1 0 0,-1 1 0,1-1 0,-1 0 0,1 1 0,-1-1 0,1 0 0,-1 1 0,0-1 0,1 1 0,-1-1 0,0 1 0,1 0 0,-1-1 0,0 1 0,0 0 0,1-1 0,-1 1 0,0 0 0,0 0 0,0 0 0,0 0 0,-32-6 0,18 4 0,-42-13 0,34 11 0,0-2 0,0-1 0,1-1 0,0 0 0,-24-14 0,37 15 0,0-1 0,1 0 0,-1 0 0,2 0 0,-8-11 0,-14-14 0,15 16 0,0-1 0,0-1 0,-11-22 0,13 21 0,4 3 0,0 0 0,1 0 0,0-1 0,2 0 0,0 0 0,1-1 0,1 0 0,0 1 0,2-1 0,0 0 0,1 0 0,4-31 0,-1 34 0,0 0 0,0 0 0,2 0 0,0 1 0,0 0 0,2 0 0,0 0 0,0 1 0,2 0 0,0 0 0,0 1 0,1 0 0,1 1 0,0 0 0,0 1 0,1 0 0,1 1 0,0 0 0,0 1 0,1 0 0,18-8 0,-19 12 0,0 1 0,0 0 0,1 1 0,0 0 0,-1 1 0,1 0 0,17 1 0,2-1 0,32-5 0,29-2 0,-47 8 0,-14 1 0,45 4 0,-67-3 0,0 1 0,0 1 0,-1 0 0,1 0 0,-1 1 0,0 0 0,0 1 0,11 6 0,20 9 0,-36-18 0,1 0 0,-1 0 0,1 1 0,-1-1 0,0 1 0,0 1 0,-1-1 0,1 1 0,-1-1 0,1 1 0,-1 0 0,5 7 0,3 8 0,-3-9 0,-1 1 0,0 0 0,-1 1 0,0 0 0,-1 0 0,0 1 0,-1-1 0,0 1 0,-2 0 0,1 1 0,-1-1 0,1 17 0,5 42 0,0 14 0,-9-63 0,-1 0 0,-1-1 0,-5 28 0,4-39 0,0-1 0,-1 1 0,0-1 0,-1 0 0,0 0 0,0 0 0,-1-1 0,-11 14 0,-86 85 0,96-101 0,0-1 0,0-1 0,-1 1 0,1-1 0,-12 6 0,-27 18 0,36-20 0,0-1 0,-1 0 0,0-1 0,-1 0 0,1 0 0,-1-1 0,-1-1 0,1 0 0,-1-1 0,0 0 0,0-1 0,-21 3 0,-73 10-1365,93-16-5461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48:46.0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941 471 24498,'0'18'0,"-1"1"0,-1-1 0,-1 1 0,0-1 0,-1 0 0,-1 0 0,0 0 0,-1-1 0,-1 0 0,0 0 0,-1 0 0,-1-1 0,0 0 0,-1 0 0,-1-1 0,0 0 0,-1-1 0,0 0 0,-1-1 0,0 0 0,-1-1 0,0 0 0,-1-1 0,0 0 0,-1-1 0,0-1 0,0 0 0,-1-1 0,1-1 0,-2 0 0,1-1 0,-1-1 0,0 0 0,0-1 0,0-1 0,0 0 0,-1-1 0,1-1 0,0-1 0,-1 0 0,1-1 0,-1-1 0,1-1 0,0 0 0,0-1 0,0-1 0,0 0 0,1-1 0,-1-1 0,2 0 0,-1-1 0,1-1 0,0 0 0,0-1 0,1-1 0,0 0 0,1-1 0,0 0 0,1-1 0,0 0 0,1-1 0,0 0 0,1-1 0,0 0 0,1-1 0,1 0 0,0 0 0,1-1 0,1 0 0,0 0 0,1 0 0,1-1 0,0 0 0,1 0 0,1 0 0,0-1 0,1 1 0,1-1 0,1 1 0,0 0 0,1-1 0,1 1 0,1-1 0,0 1 0,1 0 0,1 0 0,0 0 0,1 1 0,1 0 0,0 0 0,1 0 0,1 1 0,0 0 0,1 0 0,1 1 0,0 0 0,1 1 0,0 0 0,1 1 0,0 0 0,1 1 0,0 0 0,1 1 0,0 0 0,1 1 0,0 1 0,0 0 0,1 1 0,-1 1 0,2 0 0,-1 1 0,1 1 0,0 0 0,0 1 0,0 1 0,0 0 0,1 1 0,-1 1 0,1 1 0,-1 0 0,0 1 0,1 1 0,-1 1 0,0 0 0,0 1 0,0 1 0,0 0 0,-1 1 0,1 1 0,-2 0 0,1 1 0,-1 1 0,0 0 0,0 1 0,-1 1 0,0 0 0,-1 1 0,0 0 0,-1 1 0,0 0 0,-1 1 0,0 0 0,-1 1 0,0 0 0,-1 1 0,-1 0 0,0 0 0,-1 1 0,-1 0 0,0 0 0,-1 0 0,-1 1 0,0 0 0,-1 0 0,-1 0 0,0 1 0,-1-1 0,-1 1 0,-1-1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49:00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24575,'848'0'0,"-830"-1"0,0-1 0,0-1 0,32-9 0,-32 7 0,0 1 0,0 0 0,34-1 0,831 6 0,-742-20 0,512 20 0,-477 17 0,-115-19 0,-28 0 0,-1 0 0,1 2 0,62 11 0,-59-6 0,0-2 0,0-2 0,0-1 0,42-4 0,11 0 0,32 1 0,128 5 0,-192 5 0,-38-4 0,1-1 0,25 0 0,820-4 0,-725-18 0,-87 20-1365,-38-1-5461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49:10.2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72 24575,'743'0'0,"-603"-19"0,372 20 0,-371 18 0,335-20 0,-335 19 0,618-19 0,-618-17 0,477 19 0,-442-20 0,-133 19 0,1-2 0,49-8 0,-43 4 0,-1 3 0,84 5 0,-34 1 0,-60-4 0,0-1 0,46-9 0,-37 5 0,0 3 0,88 5 0,-37 1 0,713-3 0,-654-18 0,636 18-1365,-779 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2:20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24575,'40'4'0,"0"1"0,0 2 0,0 1 0,-1 2 0,51 22 0,-52-22 0,-1 0 0,1-3 0,0-1 0,56 2 0,-81-8 0,59 8 0,51 1 0,-82-9 0,1-2 0,0 3 0,80 11 0,-74-6 0,0-2 0,1-2 0,58-5 0,-7 1 0,959 2 0,-919-19 0,-85 18 0,67-11 0,-102 8 0,0 0 0,27-11 0,-21 6 0,-5 4 0,0 0 0,36-2 0,-42 6 0,0-1 0,0 0 0,1-1 0,-2-1 0,1 0 0,0-1 0,14-6 0,-19 4-1365,-2-1-5461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2:26.4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19 24575,'4'1'0,"0"0"0,-1 0 0,1 0 0,0 0 0,0 1 0,-1 0 0,1-1 0,5 5 0,25 10 0,-12-13 0,0 0 0,0-2 0,24-2 0,-26 0 0,0 1 0,1 1 0,-1 1 0,22 5 0,-16-2 0,48 3 0,-1-1 0,-24-2 0,0-2 0,73-5 0,-28 0 0,-84 2 0,1-1 0,0-1 0,-1 0 0,0 0 0,1-1 0,-1 0 0,17-8 0,63-40 0,-86 49-136,1 0-1,0 0 1,0 0-1,0 1 1,0-1-1,0 1 1,0 0-1,0 1 0,6-1 1,4 1-6690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3:07.7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24575,'-1'62'0,"2"71"0,2-123 0,-1 1 0,1-1 0,0 0 0,1 0 0,6 11 0,3 10 0,-10-24 0,1-1 0,-1 1 0,1-1 0,0 0 0,0 1 0,1-2 0,-1 1 0,1 0 0,7 5 0,10 11 0,-14-15 0,0 1 0,0-1 0,1-1 0,0 1 0,1-2 0,-1 1 0,14 5 0,25 14 0,14 19 0,-43-29 0,2 0 0,26 13 0,37 22-1365,-75-43-5461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4:22.9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24575,'45'0'0,"0"3"0,46 8 0,-65-9-83,0 0-1,33-2 1,-33 0-1032,-11 0-5711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4:26.8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0 24575,'0'46'0,"-2"-1"0,-9 46 0,9-79-101,2 1-1,-1-1 1,2 1-1,-1-1 0,2 1 1,0-1-1,3 14 1,-3-17-452,1 4-6273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4:27.5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107 35 24575,'-3'0'0,"-4"0"0,-3 0 0,-4 0 0,1-3 0,0-1 0,1-3 0,1 0 0,-1 1 0,1-2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4:28.3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 24575,'3'0'0,"4"0"0,4 0 0,0-3 0,1-1 0,-2-3 0,1 0 0,-1-2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4:30.0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24575,'283'0'-1365,"-268"0"-5461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4:31.2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24575,'-1'7'0,"2"0"0,-1 0 0,1-1 0,0 1 0,0 0 0,0 0 0,1-1 0,0 1 0,1-1 0,-1 0 0,1 1 0,7 10 0,-3-9 0,0-1 0,0 0 0,1 0 0,0 0 0,0-1 0,1 0 0,16 9 0,17 6 0,65 23 0,28 14 0,-128-54-114,0 1 1,0 0-1,-1 0 0,1 1 0,-1-1 1,0 1-1,-1 1 0,0-1 0,0 1 1,0 0-1,5 11 0,-5-8-6712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6:11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270 587 24575,'-13'0'0,"-8"0"0,0 0 0,-34-6 0,47 4 0,0 0 0,0 0 0,0-1 0,0-1 0,1 1 0,-1-1 0,1 0 0,0-1 0,-12-10 0,11 7 0,1 0 0,0-1 0,1 0 0,0 0 0,1-1 0,-1 0 0,2 1 0,0-2 0,-6-19 0,6 4 0,1 0 0,2-1 0,1 1 0,2-27 0,1-15 0,-3 60 0,0-1 0,0 1 0,1 0 0,1 0 0,-1 0 0,1 0 0,1 0 0,-1 1 0,1-1 0,1 1 0,-1-1 0,1 1 0,1 0 0,-1 0 0,1 1 0,0 0 0,1-1 0,-1 2 0,1-1 0,1 1 0,-1 0 0,1 0 0,-1 0 0,1 1 0,1 0 0,-1 1 0,0-1 0,1 2 0,0-1 0,0 1 0,0 0 0,0 0 0,0 1 0,0 0 0,14 1 0,27-2 0,-26 1 0,1 0 0,0 2 0,0 0 0,24 5 0,-40-2 0,1 1 0,-1 0 0,0 0 0,0 0 0,0 1 0,-1 1 0,0-1 0,0 1 0,0 0 0,-1 0 0,10 17 0,10 8 0,-21-26 0,0 0 0,-1 1 0,-1-1 0,1 1 0,-1 0 0,0 0 0,0 0 0,-1 1 0,0-1 0,0 0 0,-1 1 0,1 11 0,0 14 0,-5 55 0,0-27 0,3-38 0,1-9 0,-1 0 0,-1 1 0,-4 23 0,4-33 0,-1 0 0,1 0 0,-1-1 0,0 1 0,0 0 0,-1-1 0,0 0 0,1 1 0,-1-1 0,-1 0 0,1-1 0,0 1 0,-1-1 0,-5 5 0,-4 2-170,1-1-1,-1 0 0,0 0 1,-1-1-1,1-1 0,-2-1 1,-19 7-1,19-10-6655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6:17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359 549 24575,'0'-2'0,"-1"0"0,1 1 0,-1-1 0,1 0 0,-1 0 0,0 1 0,0-1 0,0 0 0,0 1 0,0-1 0,0 1 0,0-1 0,-1 1 0,1 0 0,0-1 0,-1 1 0,1 0 0,-1 0 0,0 0 0,1 0 0,-1 0 0,0 1 0,1-1 0,-1 0 0,0 1 0,-3-1 0,-62-13 0,45 11 0,11 0 0,-1 0 0,1-1 0,0-1 0,0 1 0,1-2 0,-1 1 0,1-2 0,0 1 0,1-1 0,-14-13 0,11 8 0,0-1 0,0 0 0,1-1 0,1 0 0,1-1 0,-13-24 0,18 26 0,0-1 0,1 0 0,1 0 0,0-1 0,1 1 0,1 0 0,0 0 0,1-1 0,0 1 0,1 0 0,1 0 0,7-24 0,-8 33 0,0-1 0,1 1 0,0-1 0,0 1 0,0 0 0,1 0 0,0 0 0,0 0 0,0 1 0,0-1 0,1 1 0,-1 0 0,1 1 0,0-1 0,1 1 0,6-4 0,-1 3 0,-1 1 0,0 0 0,1 0 0,-1 1 0,1 1 0,0 0 0,0 0 0,13 1 0,12 2 0,-1 1 0,69 15 0,-96-15 0,1 1 0,-1 0 0,0 1 0,0-1 0,-1 2 0,1-1 0,-1 1 0,-1 0 0,1 0 0,-1 1 0,0 0 0,0 0 0,-1 1 0,8 13 0,-9-14 0,0 1 0,0 1 0,-1-1 0,0 0 0,0 1 0,-1-1 0,0 1 0,1 12 0,1 71 0,-4-85-51,0 12 96,-1-1-1,0 1 0,-6 25 1,6-39-128,0 0 0,-1 0 0,1-1 0,-1 1 0,0 0 0,-1-1 0,1 0 1,-1 1-1,0-1 0,0 0 0,0 0 0,-1-1 0,1 1 0,-1-1 1,0 1-1,0-1 0,-6 4 0,0-2-6743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6:20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268 465 24575,'-1'-1'0,"1"0"0,-1 0 0,0 0 0,1 0 0,-1 0 0,0 0 0,1 0 0,-1 1 0,0-1 0,0 0 0,0 0 0,0 1 0,0-1 0,0 1 0,0-1 0,0 1 0,0-1 0,0 1 0,0 0 0,0-1 0,0 1 0,-2 0 0,-33-8 0,26 6 0,4 0 0,-13-2 0,0-1 0,0 0 0,1-2 0,-31-15 0,44 19 0,0 0 0,1 0 0,-1-1 0,1 0 0,-1 0 0,1 0 0,1 0 0,-1-1 0,0 1 0,1-1 0,0 0 0,0 0 0,1 0 0,-1 0 0,1-1 0,0 1 0,1-1 0,-1 1 0,1-1 0,-1-9 0,0-2 0,2 0 0,-1 1 0,2-1 0,0 0 0,1 0 0,6-21 0,-6 30 0,1 0 0,-1 0 0,2 0 0,-1 0 0,1 0 0,0 1 0,1-1 0,0 1 0,0 0 0,1 1 0,-1-1 0,1 1 0,1 0 0,8-6 0,-7 7 0,1 1 0,0-1 0,0 1 0,0 1 0,0 0 0,1 0 0,-1 1 0,1 0 0,19-1 0,10 2 0,47 3 0,-18 1 0,-61-3 0,-1 0 0,1 0 0,-1 1 0,1 0 0,-1 0 0,1 0 0,-1 1 0,1 0 0,-1 0 0,0 1 0,9 4 0,-9-2 0,0 0 0,0 0 0,-1 1 0,1 0 0,-1 0 0,0 0 0,-1 1 0,0-1 0,5 10 0,-4-7 0,0 0 0,-1 0 0,0 1 0,0-1 0,-1 1 0,0 0 0,-1 0 0,0 1 0,0-1 0,-1 0 0,-1 1 0,0 12 0,0-20 0,0 17 0,-1 1 0,-1-1 0,-5 25 0,5-37 0,0-1 0,-1 0 0,0 0 0,0 0 0,-1 0 0,0 0 0,0-1 0,0 1 0,-1-1 0,0 0 0,-11 9 0,11-10 11,-1 0 0,0-1 0,-1 0 0,1 0 0,-1 0 0,0 0-1,0-1 1,0-1 0,0 1 0,-14 2 0,2-2-382,0-1-1,-1-1 1,-20-1 0,25 0-6455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7:57:43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709 761 24575,'-74'1'0,"-82"-2"0,99-8 0,38 5 0,-1 2 0,-25-2 0,9 5 0,0-3 0,-47-7 0,70 7 0,1-1 0,0 0 0,0-1 0,0 0 0,1-1 0,-1-1 0,1 1 0,1-2 0,-1 1 0,-14-13 0,21 15 0,0-1 0,1 0 0,-1 1 0,1-1 0,0-1 0,0 1 0,1 0 0,-1-1 0,1 1 0,0-1 0,1 0 0,-1 1 0,1-1 0,0-8 0,-1-13 0,2-50 0,1 43 0,-1-14 0,-2 32 0,2-1 0,0 0 0,1 1 0,0-1 0,1 1 0,1-1 0,1 1 0,10-29 0,10-11 0,-18 37 0,2 0 0,19-34 0,-24 49 0,0-1 0,0 0 0,0 1 0,0-1 0,1 1 0,0 0 0,-1 0 0,1 1 0,1-1 0,-1 1 0,1 0 0,-1 0 0,1 0 0,0 1 0,0 0 0,0-1 0,0 2 0,0-1 0,1 1 0,-1 0 0,0 0 0,8-1 0,235 0 0,-125 4 0,17 17 0,-56-20 0,62 2 0,-134 1 0,-1 0 0,0 2 0,1-1 0,-1 1 0,-1 1 0,19 9 0,-19-8 0,1-1 0,0 0 0,0 0 0,0-1 0,0-1 0,22 4 0,6-6 0,-31-1 0,0 0 0,0 0 0,0 1 0,1 0 0,12 4 0,-18-4 0,0 1 0,0-1 0,0 1 0,0 0 0,0 0 0,0 0 0,-1 0 0,1 0 0,-1 1 0,1-1 0,-1 1 0,0-1 0,0 1 0,0 0 0,-1 0 0,1 0 0,-1 0 0,2 3 0,16 36 0,-12-27 0,0-1 0,-1 2 0,0-1 0,-1 1 0,-1 0 0,0 0 0,-1 0 0,1 28 0,-3-24 0,-2-1 0,0 0 0,-1 1 0,-1-1 0,0 0 0,-13 36 0,4 0 0,12-47 0,-1-1 0,-1 1 0,1 0 0,-1-1 0,-3 9 0,3-14 0,1 1 0,-1 0 0,1-1 0,-1 1 0,0-1 0,0 0 0,0 0 0,0 0 0,0 0 0,-1 0 0,1 0 0,-1 0 0,1-1 0,-1 1 0,0-1 0,1 0 0,-5 2 0,-39 14 0,30-10 0,-1 0 0,1-2 0,-1 0 0,0 0 0,0-2 0,-29 2 0,-96 13 0,-16 0 0,123-18-1365,19-1-5461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1:40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162 726 24575,'-6'-2'0,"0"-1"0,0 0 0,0 0 0,1 0 0,0-1 0,-1 0 0,-5-6 0,-1 1 0,2 2 0,1 1 0,1-2 0,-1 1 0,1-1 0,0 0 0,1-1 0,-7-10 0,10 12 0,0 0 0,1 0 0,0 0 0,1 0 0,-1 0 0,2-1 0,-1 1 0,1 0 0,0-1 0,0 0 0,1-10 0,-1-81 0,4-85 0,-1 170 0,0 1 0,0 0 0,2 0 0,-1 0 0,2 0 0,0 0 0,0 1 0,13-20 0,-15 26 0,1 1 0,0-1 0,0 1 0,0 0 0,1 0 0,0 0 0,0 1 0,0 0 0,1 0 0,-1 0 0,1 1 0,0 0 0,0 0 0,0 0 0,0 1 0,1-1 0,-1 2 0,1-1 0,7 0 0,40-8 0,-45 7 0,1 1 0,-1 0 0,0 1 0,1-1 0,-1 2 0,1-1 0,-1 1 0,0 1 0,1 0 0,-1 0 0,1 1 0,9 3 0,-16-3 0,0 0 0,0 0 0,-1 0 0,1 0 0,-1 0 0,1 0 0,-1 1 0,0 0 0,0-1 0,0 1 0,0 0 0,0 0 0,0 0 0,-1 0 0,2 6 0,15 60 0,-6-21 0,-7-25 0,-1 0 0,0 0 0,-2 0 0,-1 0 0,0 0 0,-5 38 0,1 12 0,4-35 0,0-19 0,-1 1 0,-1 0 0,-4 23 0,4-37 0,-1 1 0,0-1 0,0 0 0,0-1 0,0 1 0,-1 0 0,0-1 0,-1 1 0,1-1 0,-1 0 0,0 0 0,0 0 0,0-1 0,-7 6 0,5-5-80,-1-1 0,1 0-1,-1 0 1,0 0 0,0-1-1,0 0 1,-1 0 0,1-1-1,-1 0 1,0 0 0,1-1 0,-1 0-1,0 0 1,0-1 0,0 0-1,-13-1 1,6 0-6746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1:42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0 425 24575,'0'-5'0,"1"0"0,-1 1 0,1-1 0,0 0 0,0 0 0,0 1 0,1-1 0,0 0 0,0 1 0,0 0 0,0-1 0,1 1 0,0 0 0,0 0 0,0 1 0,6-8 0,4 1 0,0-1 0,0 2 0,23-13 0,-12 7 0,-17 10 0,-1 0 0,0-1 0,-1 0 0,10-12 0,5-6 0,12-16 0,-27 32 0,0 1 0,1 0 0,0 0 0,0 0 0,0 1 0,9-7 0,0 4 0,0 0 0,1 1 0,17-6 0,-16 7 0,-1-1 0,24-14 0,-39 21 0,-1 1 0,1 0 0,-1 0 0,1 0 0,0-1 0,-1 1 0,1 0 0,-1-1 0,1 1 0,0 0 0,-1-1 0,1 1 0,-1-1 0,0 1 0,1-1 0,-1 1 0,1-1 0,-1 1 0,0-1 0,1 0 0,-1 1 0,0-1 0,0 1 0,1-1 0,-1 0 0,0 1 0,0-1 0,0 0 0,0 1 0,0-1 0,0 0 0,0 1 0,0-1 0,0 0 0,0 1 0,0-1 0,0 0 0,0 1 0,-1-2 0,-1 1 0,0-1 0,0 1 0,0 0 0,0 0 0,0 0 0,0 0 0,-1 0 0,1 0 0,0 1 0,0-1 0,-4 0 0,-67-4 0,-52 6-1365,110-1-5461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1:44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24575,'0'3'0,"0"4"0,0 4 0,0 3 0,0 2 0,0 2 0,0 0 0,0 0 0,0 1 0,0-4-8191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2:08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0 148 24575,'460'0'0,"-320"18"0,849-18 0,-849-19 0,1575 18 0,-818 3 0,-873-4 0,0 0 0,0-2 0,25-6 0,-26 4 0,1 1 0,-1 2 0,32-1 0,122-14 0,-19 1 0,-144 16-114,0-2 1,1 1-1,-2-2 0,1 0 0,0 0 1,-1-2-1,0 1 0,0-2 0,0 1 1,-1-2-1,16-12 0,-19 13-6712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2:41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24575,'0'7'0,"1"0"0,0 0 0,1 0 0,-1 0 0,1-1 0,0 1 0,1-1 0,0 1 0,0-1 0,0 0 0,1 0 0,0 0 0,0-1 0,0 1 0,0-1 0,1 0 0,7 5 0,-3-2 0,-1-1 0,2-1 0,-1 1 0,1-2 0,0 1 0,0-1 0,1-1 0,-1 0 0,20 5 0,12-2 0,0-2 0,1-1 0,44-2 0,53-3-1365,-124 1-5461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4:03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24575,'760'0'0,"-620"19"0,-90-18 0,60 10 0,-71-7 0,0-2 0,46-4 0,51 3 0,-76 7 0,-34-4 0,47 1 0,38-8 0,148 6 0,-202 6 0,-37-6 0,-1 0 0,26 0 0,185 14 0,-89 1 0,353-18 0,-353-19 0,-124 19 0,55-1 0,86-11 0,-91 6 0,0 3 0,70 6 0,-20-1 0,1012-2 0,-988-18 0,-108 16 0,62-9 0,-50 4-1365,-35 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4:06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24575,'-2'87'0,"4"92"0,-1-169 0,1 0 0,0 0 0,0 0 0,1 0 0,0-1 0,1 1 0,0-1 0,0 1 0,1-1 0,1-1 0,-1 1 0,1-1 0,1 0 0,-1 0 0,1-1 0,1 0 0,-1 0 0,1 0 0,1-1 0,-1-1 0,1 1 0,0-1 0,0-1 0,0 0 0,1 0 0,-1 0 0,1-2 0,11 3 0,104 13 0,-64-10 0,37 2 0,60 7 0,-87-17-1365,-56 0-5461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7:19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24575,'1556'0'0,"-1405"-19"0,1 0 0,13 21 0,125-4 0,-219-7 0,-36 4 0,49 0 0,-47 5-1365,-20 0-5461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7:32.2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59 24575,'721'0'0,"-570"-21"0,-105 22 0,-19 0 0,-1-2 0,0 0 0,47-9 0,-37 4 0,1 2 0,0 2 0,0 1 0,42 4 0,10 0 0,21-13 0,-75 5 0,46 0 0,811 5 0,-741 20 0,0-22 0,115 4 0,-235 5-1365,-19-3-5461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7:34.8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24575,'1196'0'0,"-1046"21"0,961-21 90,-515-1-1545,-580 1-5371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7:38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24575,'2256'0'0,"-2105"20"-1365,-135-20-5461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7:48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24492,'0'366'0,"367"-366"0,-367-366 0,-367 366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7:52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24575,'795'0'0,"-655"18"0,-87-18-1365,-38 0-5461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7:59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1 108 24575,'1624'0'0,"-1484"-19"0,-78 19 0,-22 1 0,0-1 0,66-11 0,-79 8 0,0 0 0,39 2 0,-42 2 0,-1-2 0,1 0 0,39-8 0,-45 5 0,0 1 0,35 0 0,-33 3 0,-1-1 0,29-6 0,-11 1 0,0 2 0,0 2 0,74 4 0,-22 1 0,2451-3 0,-2519-1 0,1-2 0,-1 0 0,29-8 0,-29 6 0,1 0 0,-1 2 0,29-2 0,356 6-1365,-390-1-5461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08:01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0 590 24575,'1'-21'0,"1"-1"0,0 1 0,2 0 0,0 0 0,2 0 0,0 1 0,1-1 0,1 2 0,1-1 0,1 1 0,23-34 0,-16 28 0,-9 11 0,0 1 0,1 1 0,0-1 0,1 1 0,1 1 0,0 0 0,0 1 0,1 0 0,0 0 0,22-12 0,-22 16 0,-3 1 0,0 0 0,0 1 0,1 0 0,-1 1 0,1 0 0,14-3 0,99-11 0,-76 11 0,83-24 0,-117 25 1,0 0 1,0-1-1,-1 0 0,12-9 0,5-1-1372,-20 10-5455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0:01.1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231 1310 24575,'-9'-1'0,"0"0"0,0-1 0,0-1 0,0 1 0,0-1 0,0-1 0,1 0 0,0 0 0,0 0 0,-11-9 0,-23-11 0,38 22 0,0 0 0,1-1 0,-1 0 0,1 0 0,-1 0 0,1 0 0,0 0 0,0-1 0,1 1 0,-1-1 0,1 0 0,-1 0 0,1 0 0,0 0 0,-2-9 0,-2-6 0,1-1 0,-3-27 0,1 6 0,3 16 0,2-1 0,0 0 0,2-1 0,1 1 0,1 0 0,1 1 0,11-42 0,0-13 0,3-83 0,1 40 0,-1-86 0,-15 123 0,-3 69 0,0 0 0,2 0 0,0 0 0,4-19 0,-4 33 0,0 1 0,0-1 0,0 1 0,0 0 0,1 0 0,-1-1 0,1 1 0,-1 0 0,1 0 0,0 0 0,0 1 0,0-1 0,0 0 0,0 1 0,0-1 0,0 1 0,0 0 0,1-1 0,-1 1 0,1 0 0,-1 1 0,1-1 0,-1 0 0,1 1 0,-1-1 0,1 1 0,0 0 0,2 0 0,-1 0 0,0-1 0,0 2 0,-1-1 0,1 0 0,0 1 0,0-1 0,-1 1 0,1 0 0,0 1 0,-1-1 0,1 1 0,-1-1 0,1 1 0,-1 0 0,0 0 0,0 0 0,0 1 0,5 4 0,28 33 0,-30-35 0,0 1 0,0 0 0,0 0 0,-1 1 0,0 0 0,0 0 0,-1 0 0,0 0 0,6 16 0,2 27 0,-9-37 0,0 0 0,1 1 0,0-2 0,10 22 0,-2-7 0,0 0 0,-2 1 0,-1 0 0,-2 0 0,0 1 0,-2 0 0,2 42 0,-3-41 0,1 0 0,11 32 0,-9-37 0,-1-1 0,0 2 0,2 42 0,1 23 0,0 13 0,-8-42 0,1-43 0,-1 0 0,-1 1 0,0-1 0,-2 0 0,0 0 0,-1 0 0,-6 20 0,7-34 1,0-1 0,0 0-1,0 0 1,0 0 0,-1 0-1,1-1 1,-1 1 0,0-1-1,0 1 1,-1-1 0,1 0-1,-1 0 1,1 0 0,-1-1 0,0 0-1,0 1 1,-7 2 0,-1-1-6,0-1 1,-1 0 0,0-1 0,-21 2-1,-33 6-1351,56-7-5470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0:08.7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143 1399 24575,'36'-1'0,"0"-1"0,38-8 0,-15 0 0,0 3 0,66 1 0,-113 6 0,1 0 0,0-2 0,0 1 0,0-2 0,-1 0 0,1 0 0,16-7 0,-24 8 0,0 0 0,-1-1 0,1 1 0,0-1 0,-1 0 0,0 0 0,0-1 0,0 1 0,0-1 0,0 0 0,-1 0 0,1 0 0,-1 0 0,0 0 0,0-1 0,-1 0 0,0 1 0,1-1 0,2-10 0,18-51 0,-8 29 0,-11 21 0,0 0 0,-1 0 0,-1 0 0,-1 0 0,0-18 0,0 14 0,0-1 0,7-29 0,-3 14 0,-1-1 0,-1 0 0,-3 0 0,-3-38 0,0-14 0,5 10 0,-4-88 0,0 151 0,0 0 0,-1 1 0,0-1 0,-2 1 0,1 0 0,-2 0 0,-7-15 0,-75-110 0,81 130 0,-1 1 0,0 0 0,-1 0 0,0 1 0,0 0 0,-1 0 0,0 1 0,0 1 0,-1 0 0,0 0 0,0 1 0,0 0 0,-1 1 0,0 0 0,1 1 0,-1 1 0,-1-1 0,1 2 0,0 0 0,0 0 0,0 1 0,-1 1 0,1 0 0,0 0 0,0 2 0,-16 4 0,5-1 0,-8 2 0,0 0 0,1 3 0,0 0 0,1 2 0,-51 30 0,72-37 0,1 1 0,-1 0 0,1 1 0,0-1 0,1 1 0,0 1 0,0-1 0,1 1 0,0 0 0,-6 15 0,5-9 0,1 0 0,0 1 0,1 0 0,1-1 0,1 1 0,-2 17 0,3 375 0,3-198 0,-1-199 0,0-1 0,1 1 0,0-1 0,1 0 0,7 20 0,7 28 0,-14-41-170,1-1-1,0 0 0,1 0 1,0-1-1,2 0 0,0 0 1,10 17-1,-11-24-6655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1:35.7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24575,'3'2'0,"0"0"0,0 1 0,0 0 0,0 0 0,-1 0 0,1 0 0,-1 0 0,1 0 0,-1 0 0,2 5 0,6 7 0,0-4 0,0-1 0,1 0 0,0 0 0,0-1 0,1-1 0,0 0 0,0-1 0,1 0 0,0-1 0,1 0 0,27 8 0,-10-3 0,1 1 0,-2 2 0,37 21 0,-45-22 0,0-1 0,1-2 0,1 0 0,0-1 0,36 7 0,26 11 0,-51-14 0,-17-6 0,0 1 0,-1 1 0,0 0 0,30 23 0,-19-13 0,-6-5 0,1-2 0,31 13 0,-40-20 0,0 1 0,0 0 0,0 1 0,-1 1 0,1 1 0,-2-1 0,0 2 0,0 0 0,14 14 0,-16-13-227,1 0-1,1-1 1,-1-1-1,2 0 1,23 13-1,-23-16-6598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1:44.0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0 263 24575,'6'1'0,"-1"0"0,0 1 0,1-1 0,-1 1 0,0 0 0,9 5 0,16 6 0,-15-10 0,0-1 0,-1 0 0,25 0 0,25 2 0,-63-4 0,1 0 0,-1 0 0,0 0 0,0 0 0,0 0 0,0-1 0,1 1 0,-1 0 0,0-1 0,0 1 0,0-1 0,0 0 0,0 1 0,0-1 0,0 0 0,0 1 0,0-1 0,0 0 0,-1 0 0,1 0 0,0 0 0,0 0 0,-1 0 0,1 0 0,-1 0 0,1 0 0,-1 0 0,1 0 0,-1 0 0,1 0 0,-1-1 0,0 1 0,0 0 0,0 0 0,0 0 0,0-1 0,0 1 0,0-2 0,-1-61 0,0 49 0,0-163-1365,1 163-5461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2:44.3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1 107 24575,'140'-2'0,"147"4"0,-218 6 0,-39-3 0,45 0 0,-32-4 0,73 10 0,-49-4 0,0-4 0,70-6 0,-20 0 0,-77 3 0,-13-1 0,1 1 0,-1 1 0,52 10 0,-56-7 0,0 0 0,0-2 0,35-1 0,-32-2 0,0 2 0,35 6 0,-9-1 0,0-1 0,0-3 0,56-6 0,-2 2 0,-56 3 0,77 12 0,-65-7 0,0-3 0,73-6 0,-24 1 0,559 2 0,-529-19 0,-25 21 0,86-4 0,-134-5 0,-27 2 0,44 0 0,-44 4 0,77-12 0,-85 10 0,1 1 0,44 4 0,41-3 0,-59-7 0,-34 4 0,46-2 0,1133 8 0,-645-3 0,-384-17 0,-91 20 0,94-4 0,-121-6 0,25-2 0,818 11 0,-744-19 0,762 18 0,-779-18 0,-37 19 0,76-2 0,-126-7 0,18-2 0,106-8 0,-103 20 0,80-3 0,-81-15-1365,-59 15-5461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2:57.6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 0 24575,'-1'39'0,"-1"0"0,-9 46 0,6-45 4,3-1 1,3 67-1,1-30-1382,-2-61-5448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4:19.9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24575,'23'2'0,"0"1"0,0 2 0,0 0 0,-1 1 0,1 1 0,31 14 0,55 17 0,-93-32 0,0 0 0,0 1 0,-1 1 0,0 0 0,-1 1 0,0 1 0,0 0 0,12 13 0,-3-4 0,37 23 0,-48-35 0,14 7 0,-1 1 0,-1 1 0,0 1 0,28 26 0,-43-31 0,0 0 0,-1 0 0,0 1 0,0 0 0,-2 1 0,0-1 0,6 19 0,-1 3 0,11 66 0,34 161 0,-50-237 0,1 1 0,2 0 0,0-1 0,1-1 0,1 0 0,2 0 0,17 25 0,76 128 0,130 113 0,-196-248 0,2-1 0,54 40 0,-56-48 0,-10-8 0,2-1 0,45 28 0,-61-42 0,-1 1 0,0 1 0,-1 0 0,-1 1 0,15 18 0,8 7 0,17 24 0,7 7 0,51 46 0,-83-84 0,44 55 0,27 28 0,-90-104 0,0 1 0,-1 1 0,-1-1 0,11 22 0,6 9 0,-18-31 0,-1 1 0,0-1 0,0 1 0,-1 0 0,-1 0 0,0 1 0,-1-1 0,0 0 0,-1 1 0,0 0 0,-1-1 0,0 1 0,-1 0 0,-1-1 0,0 1 0,0-1 0,-1 0 0,-1 0 0,0 0 0,-1 0 0,-7 14 0,-52 107 0,35-75-1365,24-48-5461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4:22.4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1 542 24575,'13'-1'0,"-1"-1"0,1 0 0,-1-1 0,1 0 0,-1-1 0,15-7 0,-11 4 0,1 1 0,29-6 0,18-1 0,77-27 0,-110 30 0,-12 3 0,-1-1 0,-1-1 0,33-21 0,-6 3 0,4-3 0,59-48 0,31-15 0,-100 66 0,-24 17 0,0 0 0,1 0 0,17-7 0,-26 13 19,0 1 0,0-1 0,0-1 1,-1 1-1,1-1 0,4-6 0,27-19-1518,-28 24-5327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4:23.1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1 24575,'-3'0'0,"-4"0"0,-4 0 0,-3 0 0,-2 0 0,-1 0 0,-1 0 0,-1 0 0,1 0 0,0 0 0,0 0 0,0 0 0,0 0 0,0 0 0,1 0 0,-1 0 0,3 0-8191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4:23.9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24575,'0'318'-1365,"0"-303"-5461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5:40.8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24575,'0'0'-8191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5:55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0 389 24575,'8'0'0,"-1"-2"0,0 1 0,1-1 0,-1 0 0,0-1 0,13-6 0,23-6 0,10 3 0,1 2 0,0 3 0,85 0 0,-122 5 0,1 1 0,0-2 0,-1 0 0,18-6 0,-17 4 0,0 0 0,0 2 0,34-2 0,-18 4 0,1-1 0,42-8 0,149-47 0,-207 52 0,-1-2 0,1 0 0,-2-1 0,1 0 0,-1-2 0,18-12 0,44-24 0,116-42 0,-169 79-1365,-14 7-5461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6:18.9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5131 0 24575,'-1'44'0,"0"-23"0,0 0 0,2 0 0,0 0 0,1 0 0,1-1 0,1 1 0,11 31 0,-11-41 0,-1 1 0,0 0 0,-1 0 0,0 0 0,-1 0 0,0 16 0,6 45 0,-1-36 0,-2 1 0,-2 0 0,-5 71 0,1-20 0,-1-57 0,-1 0 0,-1 0 0,-2 0 0,-1-1 0,-1 0 0,-26 57 0,23-64 0,-2-1 0,0-1 0,-1 0 0,-1-1 0,-1-1 0,-1 0 0,-1-2 0,-1 0 0,-32 23 0,-80 48 0,61-44 0,53-34 0,-1-1 0,0-1 0,0-1 0,-1-1 0,0 0 0,-38 6 0,17-6 0,-1-2 0,-61 0 0,77-6 0,-33 0 0,1 3 0,-68 10 0,89-7 0,0-3 0,-58-2 0,60-2 0,0 2 0,0 2 0,-40 6 0,41-3 0,0-2 0,-66-2 0,65-2 0,0 1 0,-62 10 0,60-6 0,-1 0 0,0-3 0,-48-3 0,37-1 0,-55 6 0,47 6 0,38-6 0,-1 0 0,-25 0 0,39-3 0,-27-1 0,1 1 0,-1 2 0,0 1 0,1 2 0,-40 10 0,56-11 0,0-1 0,0 0 0,-1-2 0,-28 0 0,26-1 0,0 1 0,0 1 0,-21 4 0,20-2 0,0-2 0,0 0 0,-27-1 0,27-1 0,-1 0 0,1 2 0,-24 5 0,25-4 0,0 0 0,-30-1 0,30-1 0,0 0 0,-32 6 0,-7 3 0,1-2 0,-1-3 0,0-3 0,-58-5 0,-113 6 0,161 5 0,29-3 0,-46 0 0,42-5 0,1 2 0,-55 9 0,64-7 0,0-1 0,-44-3 0,46-1 0,0 1 0,-60 9 0,55-2 0,8-2 0,0 0 0,1 2 0,-42 17 0,-15 16 0,65-35 0,0 1 0,0-2 0,-1-1 0,-36 2 0,-40 8 0,74-10 0,0 0 0,1-1 0,-37-2 0,36 0 0,0 0 0,0 1 0,-36 7 0,-4-1-1365,47-6-5461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6:22.5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429 0 24575,'-6'1'0,"-1"0"0,0 1 0,1 0 0,0-1 0,-1 2 0,1-1 0,0 1 0,0 0 0,0 0 0,-8 7 0,-54 44 0,10-5 0,-75 47 0,108-84 0,-21 12 0,45-23 0,-1 0 0,1 0 0,-1 0 0,1 0 0,0 0 0,0 0 0,-1 0 0,1 0 0,0 1 0,0-1 0,0 0 0,0 1 0,1-1 0,-1 0 0,0 1 0,0 0 0,1-1 0,-1 1 0,1-1 0,0 1 0,-1-1 0,1 4 0,0-4 0,1 1 0,0-1 0,0 0 0,0 1 0,0-1 0,0 0 0,0 0 0,0 0 0,0 0 0,0 0 0,0 0 0,0 0 0,1 0 0,-1 0 0,0 0 0,1-1 0,-1 1 0,1-1 0,-1 1 0,2 0 0,38 10 0,-30-8 0,114 49 0,-103-44-455,-1 1 0,33 18 0,-44-22-6371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7:11.8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24575,'0'0'-8191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7:50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7:50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7:52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8:0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1392 390 24575,'0'-4'0,"-1"-1"0,0 1 0,1-1 0,-2 0 0,1 1 0,0 0 0,-1-1 0,0 1 0,0 0 0,0 0 0,-1 0 0,1 0 0,-1 0 0,0 0 0,0 1 0,0 0 0,-1-1 0,1 1 0,-1 0 0,0 1 0,0-1 0,0 1 0,-5-3 0,-14-6 0,-1 0 0,0 2 0,-32-7 0,-6-4 0,28 8 0,-50-10 0,53 15 0,1-1 0,-46-19 0,44 16 0,0 2 0,0 1 0,-1 1 0,0 2 0,-58-2 0,64 6 0,-1-2 0,0 0 0,-48-14 0,34 6 0,-75-8 0,74 14 0,-71-19 0,96 18-227,-1 1-1,1 1 1,0 1-1,-1 0 1,-30 0-1,34 3-6598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8:18:03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24575,'-36'1'0,"-1"1"0,-36 8 0,-152 31 0,224-41 0,0 0 0,0 0 0,0 0 0,0 0 0,0 0 0,-1 0 0,1 0 0,0 1 0,0-1 0,0 0 0,0 1 0,0-1 0,0 1 0,0-1 0,0 1 0,0-1 0,0 1 0,1 0 0,-1 0 0,0-1 0,0 1 0,1 0 0,-1 0 0,0 0 0,1 0 0,-1 0 0,1 0 0,-1 0 0,1 0 0,-1 2 0,1 0 0,0-1 0,0 1 0,1-1 0,-1 1 0,1 0 0,0-1 0,0 1 0,0-1 0,0 0 0,0 1 0,0-1 0,3 4 0,8 10 0,1-1 0,23 23 0,-33-35 0,8 9 0,-1 0 0,-1 1 0,9 15 0,8 11 0,36 53 0,-30-36-1365,-26-45-5461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1427E-0935-4CF8-A320-15FDFD329822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8B181-6A7A-407C-B3E7-1ADC21A8A6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0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E4695-6343-DD94-B08A-4D5701128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9BA6B4-F8C6-88AE-543D-975F12C38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9477BB-3F3A-34A4-EE04-E8D8FC86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39F5E-57E1-6E96-F58C-4C86B200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C80943-4B73-1CCA-40BA-995E0C1B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61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62FAF-D259-F86B-7E65-A753E8F9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3846EC-2830-6360-C4E9-C414A0D33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AE9CCD-BE73-7CA8-CEB6-B3AB4491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4D90CB-EE00-F81A-34F0-F1627650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8EA2A-592A-08FE-7BB0-062984D48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537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C32CD-5918-EC69-96CD-FEF62C9F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75D35A-9DCC-ABD3-4D05-456D8E023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DFCA00-7486-A4A4-909B-C572F560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28A308-60B6-E884-E80E-D8CB765B7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C7AAB0-8DB6-C197-8E6C-0423A87B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32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7C266-7F15-1C0F-FC25-3CB938CD1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0FF36B-D632-80A1-49B2-DE0100105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62FA73-7452-774D-36D3-36C03D1CD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3C1A12-A036-787E-A687-067716716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EF5B0A-04E9-791F-A1EE-522ACC959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D11943-FFF6-EB0E-765E-F9C37D43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37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7A63D-1733-2FFB-F2B8-F54F2131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24428C-0006-DE40-5D50-D6A4DBA60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D0406D-5020-D227-59B5-F98BD1DBA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66A2A7-0FCA-B8E6-0A19-97455FCAE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0047DB-E868-69DB-CD92-4D4A56F11C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46A4F3-19E7-FCE8-956F-E3F20EB5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243FC0-A71D-1CDC-DCA2-A9BEC11F1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2FDE69-7B8F-6E33-12FD-5063F563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062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43164-BD14-3E24-8C74-E5EC264C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FCDDD6-88CF-992D-C2EB-BDF99CDE9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BE8F7B-B576-835D-8FCA-8FD62C965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A1F01-2DE3-8E8B-9EEA-8079D570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47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16B195-170E-145A-51B0-B0D9CC86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D0C485-AD1F-67D3-1FB0-A50AF64B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84B44-125A-C8EF-FDCE-45A37166D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190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0B963-76B7-1F61-2D7B-15BE35A43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183BD4-6996-4222-672B-578114A7D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CE36BE-607B-186D-0759-80EC8F371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4C89F0-175D-55E3-E440-05E7A099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7FC23A-EF4D-340A-CC7F-7CBB22AE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8D36C0-FE95-944B-A399-C76900B2D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07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C5BAC-11A0-019D-77C5-F4A7CBBB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9B0B0C-ED22-45CB-5026-C76ABE321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2B5381-A6B2-D7DA-030F-C67C8D0EE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300E2-BA05-9B88-38B7-ED6C4114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086AFD-C189-4192-85F6-6AF568BD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E6510A-5E89-13C4-34F3-7DE6AC94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15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19552-7583-D45D-8E76-CD83CC41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6FB483-B218-4950-3438-17315134A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31C480-206D-0381-D311-F2FA7446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996782-6B2D-99CB-2A50-73397916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07FCF1-F192-5587-7856-F0B9939F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66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22AD85-4AF9-F51D-8D87-B05835B940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0EEE70-4A6D-0DBB-DD28-AF853D590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528030-7DEC-68D7-DD9C-2FFFEB19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EB03F3-2637-ECD6-8CEA-CB942E29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15534-B7E0-262D-9772-A8527206D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78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3AC4D2-EB98-32EB-FC9E-B2CFEC502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6B551B-2DCE-ACBB-01CD-A0C4A178A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BCE835-4E62-C18A-A3A5-75D8AE159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5F17A-107D-4C30-9213-8EC4C95123A4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251D2D-CEFA-BBEA-DC68-079AB738D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01EE1-E962-AE94-F7F1-EC3DBF316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18193-D127-4D5E-9AED-9546E48A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09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12.xml"/><Relationship Id="rId18" Type="http://schemas.openxmlformats.org/officeDocument/2006/relationships/image" Target="../media/image16.png"/><Relationship Id="rId26" Type="http://schemas.openxmlformats.org/officeDocument/2006/relationships/image" Target="../media/image20.png"/><Relationship Id="rId3" Type="http://schemas.openxmlformats.org/officeDocument/2006/relationships/customXml" Target="../ink/ink7.xml"/><Relationship Id="rId21" Type="http://schemas.openxmlformats.org/officeDocument/2006/relationships/customXml" Target="../ink/ink16.xml"/><Relationship Id="rId7" Type="http://schemas.openxmlformats.org/officeDocument/2006/relationships/customXml" Target="../ink/ink9.xml"/><Relationship Id="rId12" Type="http://schemas.openxmlformats.org/officeDocument/2006/relationships/image" Target="../media/image13.png"/><Relationship Id="rId17" Type="http://schemas.openxmlformats.org/officeDocument/2006/relationships/customXml" Target="../ink/ink14.xml"/><Relationship Id="rId25" Type="http://schemas.openxmlformats.org/officeDocument/2006/relationships/customXml" Target="../ink/ink18.xml"/><Relationship Id="rId2" Type="http://schemas.openxmlformats.org/officeDocument/2006/relationships/image" Target="../media/image2.jpe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11.xml"/><Relationship Id="rId24" Type="http://schemas.openxmlformats.org/officeDocument/2006/relationships/image" Target="../media/image19.png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23" Type="http://schemas.openxmlformats.org/officeDocument/2006/relationships/customXml" Target="../ink/ink17.xml"/><Relationship Id="rId28" Type="http://schemas.openxmlformats.org/officeDocument/2006/relationships/image" Target="../media/image21.png"/><Relationship Id="rId10" Type="http://schemas.openxmlformats.org/officeDocument/2006/relationships/image" Target="../media/image12.png"/><Relationship Id="rId19" Type="http://schemas.openxmlformats.org/officeDocument/2006/relationships/customXml" Target="../ink/ink15.xml"/><Relationship Id="rId4" Type="http://schemas.openxmlformats.org/officeDocument/2006/relationships/image" Target="../media/image9.png"/><Relationship Id="rId9" Type="http://schemas.openxmlformats.org/officeDocument/2006/relationships/customXml" Target="../ink/ink10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Relationship Id="rId27" Type="http://schemas.openxmlformats.org/officeDocument/2006/relationships/customXml" Target="../ink/ink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25.xml"/><Relationship Id="rId18" Type="http://schemas.openxmlformats.org/officeDocument/2006/relationships/image" Target="../media/image30.png"/><Relationship Id="rId3" Type="http://schemas.openxmlformats.org/officeDocument/2006/relationships/customXml" Target="../ink/ink20.xml"/><Relationship Id="rId21" Type="http://schemas.openxmlformats.org/officeDocument/2006/relationships/customXml" Target="../ink/ink29.xml"/><Relationship Id="rId7" Type="http://schemas.openxmlformats.org/officeDocument/2006/relationships/customXml" Target="../ink/ink22.xml"/><Relationship Id="rId12" Type="http://schemas.openxmlformats.org/officeDocument/2006/relationships/image" Target="../media/image27.png"/><Relationship Id="rId17" Type="http://schemas.openxmlformats.org/officeDocument/2006/relationships/customXml" Target="../ink/ink27.xml"/><Relationship Id="rId2" Type="http://schemas.openxmlformats.org/officeDocument/2006/relationships/image" Target="../media/image3.jpeg"/><Relationship Id="rId16" Type="http://schemas.openxmlformats.org/officeDocument/2006/relationships/image" Target="../media/image29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customXml" Target="../ink/ink24.xml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10" Type="http://schemas.openxmlformats.org/officeDocument/2006/relationships/image" Target="../media/image26.png"/><Relationship Id="rId19" Type="http://schemas.openxmlformats.org/officeDocument/2006/relationships/customXml" Target="../ink/ink28.xml"/><Relationship Id="rId4" Type="http://schemas.openxmlformats.org/officeDocument/2006/relationships/image" Target="../media/image23.png"/><Relationship Id="rId9" Type="http://schemas.openxmlformats.org/officeDocument/2006/relationships/customXml" Target="../ink/ink23.xml"/><Relationship Id="rId14" Type="http://schemas.openxmlformats.org/officeDocument/2006/relationships/image" Target="../media/image28.png"/><Relationship Id="rId22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5.xml"/><Relationship Id="rId18" Type="http://schemas.openxmlformats.org/officeDocument/2006/relationships/image" Target="../media/image42.png"/><Relationship Id="rId26" Type="http://schemas.openxmlformats.org/officeDocument/2006/relationships/image" Target="../media/image46.png"/><Relationship Id="rId39" Type="http://schemas.openxmlformats.org/officeDocument/2006/relationships/image" Target="../media/image53.png"/><Relationship Id="rId21" Type="http://schemas.openxmlformats.org/officeDocument/2006/relationships/customXml" Target="../ink/ink39.xml"/><Relationship Id="rId34" Type="http://schemas.openxmlformats.org/officeDocument/2006/relationships/customXml" Target="../ink/ink45.xml"/><Relationship Id="rId42" Type="http://schemas.openxmlformats.org/officeDocument/2006/relationships/customXml" Target="../ink/ink49.xml"/><Relationship Id="rId47" Type="http://schemas.openxmlformats.org/officeDocument/2006/relationships/image" Target="../media/image57.png"/><Relationship Id="rId50" Type="http://schemas.openxmlformats.org/officeDocument/2006/relationships/customXml" Target="../ink/ink53.xml"/><Relationship Id="rId7" Type="http://schemas.openxmlformats.org/officeDocument/2006/relationships/customXml" Target="../ink/ink32.xml"/><Relationship Id="rId2" Type="http://schemas.openxmlformats.org/officeDocument/2006/relationships/image" Target="../media/image5.jpeg"/><Relationship Id="rId16" Type="http://schemas.openxmlformats.org/officeDocument/2006/relationships/image" Target="../media/image41.png"/><Relationship Id="rId29" Type="http://schemas.openxmlformats.org/officeDocument/2006/relationships/image" Target="../media/image6.jpeg"/><Relationship Id="rId11" Type="http://schemas.openxmlformats.org/officeDocument/2006/relationships/customXml" Target="../ink/ink34.xml"/><Relationship Id="rId24" Type="http://schemas.openxmlformats.org/officeDocument/2006/relationships/image" Target="../media/image45.png"/><Relationship Id="rId32" Type="http://schemas.openxmlformats.org/officeDocument/2006/relationships/customXml" Target="../ink/ink44.xml"/><Relationship Id="rId37" Type="http://schemas.openxmlformats.org/officeDocument/2006/relationships/image" Target="../media/image52.png"/><Relationship Id="rId40" Type="http://schemas.openxmlformats.org/officeDocument/2006/relationships/customXml" Target="../ink/ink48.xml"/><Relationship Id="rId45" Type="http://schemas.openxmlformats.org/officeDocument/2006/relationships/image" Target="../media/image56.png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23" Type="http://schemas.openxmlformats.org/officeDocument/2006/relationships/customXml" Target="../ink/ink40.xml"/><Relationship Id="rId28" Type="http://schemas.openxmlformats.org/officeDocument/2006/relationships/image" Target="../media/image47.png"/><Relationship Id="rId36" Type="http://schemas.openxmlformats.org/officeDocument/2006/relationships/customXml" Target="../ink/ink46.xml"/><Relationship Id="rId49" Type="http://schemas.openxmlformats.org/officeDocument/2006/relationships/image" Target="../media/image58.png"/><Relationship Id="rId10" Type="http://schemas.openxmlformats.org/officeDocument/2006/relationships/image" Target="../media/image38.png"/><Relationship Id="rId19" Type="http://schemas.openxmlformats.org/officeDocument/2006/relationships/customXml" Target="../ink/ink38.xml"/><Relationship Id="rId31" Type="http://schemas.openxmlformats.org/officeDocument/2006/relationships/image" Target="../media/image49.png"/><Relationship Id="rId44" Type="http://schemas.openxmlformats.org/officeDocument/2006/relationships/customXml" Target="../ink/ink50.xml"/><Relationship Id="rId4" Type="http://schemas.openxmlformats.org/officeDocument/2006/relationships/image" Target="../media/image35.png"/><Relationship Id="rId9" Type="http://schemas.openxmlformats.org/officeDocument/2006/relationships/customXml" Target="../ink/ink33.xml"/><Relationship Id="rId14" Type="http://schemas.openxmlformats.org/officeDocument/2006/relationships/image" Target="../media/image40.png"/><Relationship Id="rId22" Type="http://schemas.openxmlformats.org/officeDocument/2006/relationships/image" Target="../media/image44.png"/><Relationship Id="rId27" Type="http://schemas.openxmlformats.org/officeDocument/2006/relationships/customXml" Target="../ink/ink42.xml"/><Relationship Id="rId30" Type="http://schemas.openxmlformats.org/officeDocument/2006/relationships/customXml" Target="../ink/ink43.xml"/><Relationship Id="rId35" Type="http://schemas.openxmlformats.org/officeDocument/2006/relationships/image" Target="../media/image51.png"/><Relationship Id="rId43" Type="http://schemas.openxmlformats.org/officeDocument/2006/relationships/image" Target="../media/image55.png"/><Relationship Id="rId48" Type="http://schemas.openxmlformats.org/officeDocument/2006/relationships/customXml" Target="../ink/ink52.xml"/><Relationship Id="rId8" Type="http://schemas.openxmlformats.org/officeDocument/2006/relationships/image" Target="../media/image37.png"/><Relationship Id="rId51" Type="http://schemas.openxmlformats.org/officeDocument/2006/relationships/image" Target="../media/image59.png"/><Relationship Id="rId3" Type="http://schemas.openxmlformats.org/officeDocument/2006/relationships/customXml" Target="../ink/ink30.xml"/><Relationship Id="rId12" Type="http://schemas.openxmlformats.org/officeDocument/2006/relationships/image" Target="../media/image39.png"/><Relationship Id="rId17" Type="http://schemas.openxmlformats.org/officeDocument/2006/relationships/customXml" Target="../ink/ink37.xml"/><Relationship Id="rId25" Type="http://schemas.openxmlformats.org/officeDocument/2006/relationships/customXml" Target="../ink/ink41.xml"/><Relationship Id="rId33" Type="http://schemas.openxmlformats.org/officeDocument/2006/relationships/image" Target="../media/image50.png"/><Relationship Id="rId38" Type="http://schemas.openxmlformats.org/officeDocument/2006/relationships/customXml" Target="../ink/ink47.xml"/><Relationship Id="rId46" Type="http://schemas.openxmlformats.org/officeDocument/2006/relationships/customXml" Target="../ink/ink51.xml"/><Relationship Id="rId20" Type="http://schemas.openxmlformats.org/officeDocument/2006/relationships/image" Target="../media/image43.png"/><Relationship Id="rId41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8.xml"/><Relationship Id="rId18" Type="http://schemas.openxmlformats.org/officeDocument/2006/relationships/image" Target="../media/image69.png"/><Relationship Id="rId26" Type="http://schemas.openxmlformats.org/officeDocument/2006/relationships/image" Target="../media/image73.png"/><Relationship Id="rId39" Type="http://schemas.openxmlformats.org/officeDocument/2006/relationships/customXml" Target="../ink/ink71.xml"/><Relationship Id="rId21" Type="http://schemas.openxmlformats.org/officeDocument/2006/relationships/customXml" Target="../ink/ink62.xml"/><Relationship Id="rId34" Type="http://schemas.openxmlformats.org/officeDocument/2006/relationships/image" Target="../media/image77.png"/><Relationship Id="rId42" Type="http://schemas.openxmlformats.org/officeDocument/2006/relationships/image" Target="../media/image81.png"/><Relationship Id="rId47" Type="http://schemas.openxmlformats.org/officeDocument/2006/relationships/customXml" Target="../ink/ink75.xml"/><Relationship Id="rId50" Type="http://schemas.openxmlformats.org/officeDocument/2006/relationships/customXml" Target="../ink/ink77.xml"/><Relationship Id="rId55" Type="http://schemas.openxmlformats.org/officeDocument/2006/relationships/image" Target="../media/image86.png"/><Relationship Id="rId7" Type="http://schemas.openxmlformats.org/officeDocument/2006/relationships/customXml" Target="../ink/ink55.xml"/><Relationship Id="rId2" Type="http://schemas.openxmlformats.org/officeDocument/2006/relationships/image" Target="../media/image7.jpeg"/><Relationship Id="rId16" Type="http://schemas.openxmlformats.org/officeDocument/2006/relationships/image" Target="../media/image68.png"/><Relationship Id="rId29" Type="http://schemas.openxmlformats.org/officeDocument/2006/relationships/customXml" Target="../ink/ink66.xml"/><Relationship Id="rId11" Type="http://schemas.openxmlformats.org/officeDocument/2006/relationships/customXml" Target="../ink/ink57.xml"/><Relationship Id="rId24" Type="http://schemas.openxmlformats.org/officeDocument/2006/relationships/image" Target="../media/image72.png"/><Relationship Id="rId32" Type="http://schemas.openxmlformats.org/officeDocument/2006/relationships/image" Target="../media/image76.png"/><Relationship Id="rId37" Type="http://schemas.openxmlformats.org/officeDocument/2006/relationships/customXml" Target="../ink/ink70.xml"/><Relationship Id="rId40" Type="http://schemas.openxmlformats.org/officeDocument/2006/relationships/image" Target="../media/image80.png"/><Relationship Id="rId45" Type="http://schemas.openxmlformats.org/officeDocument/2006/relationships/customXml" Target="../ink/ink74.xml"/><Relationship Id="rId53" Type="http://schemas.openxmlformats.org/officeDocument/2006/relationships/customXml" Target="../ink/ink79.xml"/><Relationship Id="rId5" Type="http://schemas.openxmlformats.org/officeDocument/2006/relationships/customXml" Target="../ink/ink54.xml"/><Relationship Id="rId19" Type="http://schemas.openxmlformats.org/officeDocument/2006/relationships/customXml" Target="../ink/ink61.xml"/><Relationship Id="rId4" Type="http://schemas.openxmlformats.org/officeDocument/2006/relationships/image" Target="../media/image9.jpeg"/><Relationship Id="rId9" Type="http://schemas.openxmlformats.org/officeDocument/2006/relationships/customXml" Target="../ink/ink56.xml"/><Relationship Id="rId14" Type="http://schemas.openxmlformats.org/officeDocument/2006/relationships/image" Target="../media/image67.png"/><Relationship Id="rId22" Type="http://schemas.openxmlformats.org/officeDocument/2006/relationships/image" Target="../media/image71.png"/><Relationship Id="rId27" Type="http://schemas.openxmlformats.org/officeDocument/2006/relationships/customXml" Target="../ink/ink65.xml"/><Relationship Id="rId30" Type="http://schemas.openxmlformats.org/officeDocument/2006/relationships/image" Target="../media/image75.png"/><Relationship Id="rId35" Type="http://schemas.openxmlformats.org/officeDocument/2006/relationships/customXml" Target="../ink/ink69.xml"/><Relationship Id="rId43" Type="http://schemas.openxmlformats.org/officeDocument/2006/relationships/customXml" Target="../ink/ink73.xml"/><Relationship Id="rId48" Type="http://schemas.openxmlformats.org/officeDocument/2006/relationships/image" Target="../media/image84.png"/><Relationship Id="rId56" Type="http://schemas.openxmlformats.org/officeDocument/2006/relationships/customXml" Target="../ink/ink81.xml"/><Relationship Id="rId8" Type="http://schemas.openxmlformats.org/officeDocument/2006/relationships/image" Target="../media/image64.png"/><Relationship Id="rId51" Type="http://schemas.openxmlformats.org/officeDocument/2006/relationships/image" Target="../media/image85.png"/><Relationship Id="rId3" Type="http://schemas.openxmlformats.org/officeDocument/2006/relationships/image" Target="../media/image8.jpeg"/><Relationship Id="rId12" Type="http://schemas.openxmlformats.org/officeDocument/2006/relationships/image" Target="../media/image66.png"/><Relationship Id="rId17" Type="http://schemas.openxmlformats.org/officeDocument/2006/relationships/customXml" Target="../ink/ink60.xml"/><Relationship Id="rId25" Type="http://schemas.openxmlformats.org/officeDocument/2006/relationships/customXml" Target="../ink/ink64.xml"/><Relationship Id="rId33" Type="http://schemas.openxmlformats.org/officeDocument/2006/relationships/customXml" Target="../ink/ink68.xml"/><Relationship Id="rId38" Type="http://schemas.openxmlformats.org/officeDocument/2006/relationships/image" Target="../media/image79.png"/><Relationship Id="rId46" Type="http://schemas.openxmlformats.org/officeDocument/2006/relationships/image" Target="../media/image83.png"/><Relationship Id="rId20" Type="http://schemas.openxmlformats.org/officeDocument/2006/relationships/image" Target="../media/image70.png"/><Relationship Id="rId41" Type="http://schemas.openxmlformats.org/officeDocument/2006/relationships/customXml" Target="../ink/ink72.xml"/><Relationship Id="rId54" Type="http://schemas.openxmlformats.org/officeDocument/2006/relationships/customXml" Target="../ink/ink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5" Type="http://schemas.openxmlformats.org/officeDocument/2006/relationships/customXml" Target="../ink/ink59.xml"/><Relationship Id="rId23" Type="http://schemas.openxmlformats.org/officeDocument/2006/relationships/customXml" Target="../ink/ink63.xml"/><Relationship Id="rId28" Type="http://schemas.openxmlformats.org/officeDocument/2006/relationships/image" Target="../media/image74.png"/><Relationship Id="rId36" Type="http://schemas.openxmlformats.org/officeDocument/2006/relationships/image" Target="../media/image78.png"/><Relationship Id="rId49" Type="http://schemas.openxmlformats.org/officeDocument/2006/relationships/customXml" Target="../ink/ink76.xml"/><Relationship Id="rId57" Type="http://schemas.openxmlformats.org/officeDocument/2006/relationships/image" Target="../media/image87.png"/><Relationship Id="rId10" Type="http://schemas.openxmlformats.org/officeDocument/2006/relationships/image" Target="../media/image65.png"/><Relationship Id="rId31" Type="http://schemas.openxmlformats.org/officeDocument/2006/relationships/customXml" Target="../ink/ink67.xml"/><Relationship Id="rId44" Type="http://schemas.openxmlformats.org/officeDocument/2006/relationships/image" Target="../media/image82.png"/><Relationship Id="rId52" Type="http://schemas.openxmlformats.org/officeDocument/2006/relationships/customXml" Target="../ink/ink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2C57A-F2CC-3E8E-3689-566055476D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Deep Learning 42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82F093-E46A-9942-15DE-BCED7787B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21011290 </a:t>
            </a:r>
            <a:r>
              <a:rPr lang="ko-KR" altLang="en-US" dirty="0"/>
              <a:t>전승윤</a:t>
            </a:r>
          </a:p>
        </p:txBody>
      </p:sp>
    </p:spTree>
    <p:extLst>
      <p:ext uri="{BB962C8B-B14F-4D97-AF65-F5344CB8AC3E}">
        <p14:creationId xmlns:p14="http://schemas.microsoft.com/office/powerpoint/2010/main" val="346197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725F1-DC44-ECBD-0DAE-7ED89FA3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B46A79-BED0-2CD3-B9F1-EFD004692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5842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08E081-3D22-A818-0CF4-E1FA0F3A49B9}"/>
              </a:ext>
            </a:extLst>
          </p:cNvPr>
          <p:cNvSpPr txBox="1"/>
          <p:nvPr/>
        </p:nvSpPr>
        <p:spPr>
          <a:xfrm>
            <a:off x="2952750" y="1090612"/>
            <a:ext cx="229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정답 </a:t>
            </a:r>
            <a:r>
              <a:rPr lang="en-US" altLang="ko-KR" dirty="0">
                <a:solidFill>
                  <a:srgbClr val="FF0000"/>
                </a:solidFill>
              </a:rPr>
              <a:t>O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7F4D0-667F-B2FE-97C2-1CF9C4B9EAA4}"/>
              </a:ext>
            </a:extLst>
          </p:cNvPr>
          <p:cNvSpPr txBox="1"/>
          <p:nvPr/>
        </p:nvSpPr>
        <p:spPr>
          <a:xfrm>
            <a:off x="3219450" y="2603500"/>
            <a:ext cx="219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정답 </a:t>
            </a:r>
            <a:r>
              <a:rPr lang="en-US" altLang="ko-KR" dirty="0">
                <a:solidFill>
                  <a:srgbClr val="FF0000"/>
                </a:solidFill>
              </a:rPr>
              <a:t>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091BBA1-7D1E-FB5A-D46A-DCEDE43C09FA}"/>
              </a:ext>
            </a:extLst>
          </p:cNvPr>
          <p:cNvGrpSpPr/>
          <p:nvPr/>
        </p:nvGrpSpPr>
        <p:grpSpPr>
          <a:xfrm>
            <a:off x="4628360" y="2266770"/>
            <a:ext cx="1422360" cy="1339560"/>
            <a:chOff x="4628360" y="2266770"/>
            <a:chExt cx="1422360" cy="13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DC127904-318F-A66A-C7B2-8C3582F53330}"/>
                    </a:ext>
                  </a:extLst>
                </p14:cNvPr>
                <p14:cNvContentPartPr/>
                <p14:nvPr/>
              </p14:nvContentPartPr>
              <p14:xfrm>
                <a:off x="4628360" y="2266770"/>
                <a:ext cx="1364760" cy="13395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DC127904-318F-A66A-C7B2-8C3582F5333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19360" y="2257770"/>
                  <a:ext cx="1382400" cy="13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C5FA1A4-5A67-6013-6B58-DF4CF3AE32B1}"/>
                    </a:ext>
                  </a:extLst>
                </p14:cNvPr>
                <p14:cNvContentPartPr/>
                <p14:nvPr/>
              </p14:nvContentPartPr>
              <p14:xfrm>
                <a:off x="6013280" y="3504810"/>
                <a:ext cx="37440" cy="896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C5FA1A4-5A67-6013-6B58-DF4CF3AE32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04280" y="3495810"/>
                  <a:ext cx="5508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092EE97-0745-ED6D-2E74-F392BE4C467D}"/>
              </a:ext>
            </a:extLst>
          </p:cNvPr>
          <p:cNvGrpSpPr/>
          <p:nvPr/>
        </p:nvGrpSpPr>
        <p:grpSpPr>
          <a:xfrm>
            <a:off x="4572920" y="2273250"/>
            <a:ext cx="130320" cy="114840"/>
            <a:chOff x="4572920" y="2273250"/>
            <a:chExt cx="130320" cy="1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7B078FE-AD77-D200-E71B-33F0B55EBCBB}"/>
                    </a:ext>
                  </a:extLst>
                </p14:cNvPr>
                <p14:cNvContentPartPr/>
                <p14:nvPr/>
              </p14:nvContentPartPr>
              <p14:xfrm>
                <a:off x="4572920" y="2273250"/>
                <a:ext cx="56160" cy="1148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7B078FE-AD77-D200-E71B-33F0B55EBCB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64280" y="2264250"/>
                  <a:ext cx="73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1F57EC9D-90BB-97D3-6642-07A7F3C3E87B}"/>
                    </a:ext>
                  </a:extLst>
                </p14:cNvPr>
                <p14:cNvContentPartPr/>
                <p14:nvPr/>
              </p14:nvContentPartPr>
              <p14:xfrm>
                <a:off x="4629080" y="2279370"/>
                <a:ext cx="74160" cy="723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1F57EC9D-90BB-97D3-6642-07A7F3C3E87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20080" y="2270730"/>
                  <a:ext cx="91800" cy="90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34B568C-F29A-E18A-1413-B9BDFB56D14C}"/>
              </a:ext>
            </a:extLst>
          </p:cNvPr>
          <p:cNvSpPr txBox="1"/>
          <p:nvPr/>
        </p:nvSpPr>
        <p:spPr>
          <a:xfrm>
            <a:off x="5310740" y="2567218"/>
            <a:ext cx="119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다름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6BE0F2-2B7E-D4CE-AB7A-D37679757CC7}"/>
              </a:ext>
            </a:extLst>
          </p:cNvPr>
          <p:cNvSpPr txBox="1"/>
          <p:nvPr/>
        </p:nvSpPr>
        <p:spPr>
          <a:xfrm>
            <a:off x="3981450" y="4371303"/>
            <a:ext cx="3226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적은 양의 답 있는 데이터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60F13C-5BC1-2EAE-5326-E648033A6883}"/>
              </a:ext>
            </a:extLst>
          </p:cNvPr>
          <p:cNvSpPr txBox="1"/>
          <p:nvPr/>
        </p:nvSpPr>
        <p:spPr>
          <a:xfrm>
            <a:off x="1758950" y="5192655"/>
            <a:ext cx="3492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</a:rPr>
              <a:t>많은 양의 답 없는 데이터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7DFADB-8263-8862-7D27-F1CB7114AE95}"/>
              </a:ext>
            </a:extLst>
          </p:cNvPr>
          <p:cNvSpPr txBox="1"/>
          <p:nvPr/>
        </p:nvSpPr>
        <p:spPr>
          <a:xfrm>
            <a:off x="596900" y="3885169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Supervised + Unsupervised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1A58CB-4B60-3A70-4975-3483AA8812A5}"/>
              </a:ext>
            </a:extLst>
          </p:cNvPr>
          <p:cNvSpPr txBox="1"/>
          <p:nvPr/>
        </p:nvSpPr>
        <p:spPr>
          <a:xfrm>
            <a:off x="7557160" y="3966566"/>
            <a:ext cx="4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답 있는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색깔 있는</a:t>
            </a:r>
            <a:r>
              <a:rPr lang="en-US" altLang="ko-KR" sz="1400" dirty="0">
                <a:solidFill>
                  <a:srgbClr val="FF0000"/>
                </a:solidFill>
              </a:rPr>
              <a:t>) </a:t>
            </a:r>
            <a:r>
              <a:rPr lang="ko-KR" altLang="en-US" sz="1400" dirty="0">
                <a:solidFill>
                  <a:srgbClr val="FF0000"/>
                </a:solidFill>
              </a:rPr>
              <a:t>친구들로 </a:t>
            </a:r>
            <a:r>
              <a:rPr lang="en-US" altLang="ko-KR" sz="1400" dirty="0">
                <a:solidFill>
                  <a:srgbClr val="FF0000"/>
                </a:solidFill>
              </a:rPr>
              <a:t>-&gt; </a:t>
            </a:r>
            <a:r>
              <a:rPr lang="ko-KR" altLang="en-US" sz="1400" dirty="0">
                <a:solidFill>
                  <a:srgbClr val="FF0000"/>
                </a:solidFill>
              </a:rPr>
              <a:t>그룹을 찾자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A963C080-6A35-02BE-A5FF-BEEEA31F0F7B}"/>
                  </a:ext>
                </a:extLst>
              </p14:cNvPr>
              <p14:cNvContentPartPr/>
              <p14:nvPr/>
            </p14:nvContentPartPr>
            <p14:xfrm>
              <a:off x="7733720" y="4381410"/>
              <a:ext cx="1177560" cy="12585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A963C080-6A35-02BE-A5FF-BEEEA31F0F7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24720" y="4372410"/>
                <a:ext cx="1195200" cy="12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64126929-9F8F-D3F0-CF50-7FDB8EDD318F}"/>
                  </a:ext>
                </a:extLst>
              </p14:cNvPr>
              <p14:cNvContentPartPr/>
              <p14:nvPr/>
            </p14:nvContentPartPr>
            <p14:xfrm>
              <a:off x="7796720" y="5554290"/>
              <a:ext cx="1176480" cy="106308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64126929-9F8F-D3F0-CF50-7FDB8EDD318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87720" y="5545650"/>
                <a:ext cx="1194120" cy="108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206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52FA5-598F-263B-FF9E-1014DA8FB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81" y="365125"/>
            <a:ext cx="10515600" cy="1325563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0F2564-B7AB-4812-70EB-7D31189A8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60325"/>
            <a:ext cx="12188519" cy="6737350"/>
          </a:xfr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63175F21-0D25-8A1A-A518-4D2F397BF81A}"/>
              </a:ext>
            </a:extLst>
          </p:cNvPr>
          <p:cNvGrpSpPr/>
          <p:nvPr/>
        </p:nvGrpSpPr>
        <p:grpSpPr>
          <a:xfrm>
            <a:off x="2166201" y="3422730"/>
            <a:ext cx="78120" cy="76680"/>
            <a:chOff x="2162720" y="3422730"/>
            <a:chExt cx="78120" cy="7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CFDE6A66-1AD0-D303-F19B-72C3FC7BF710}"/>
                    </a:ext>
                  </a:extLst>
                </p14:cNvPr>
                <p14:cNvContentPartPr/>
                <p14:nvPr/>
              </p14:nvContentPartPr>
              <p14:xfrm>
                <a:off x="2162720" y="3428850"/>
                <a:ext cx="41040" cy="428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CFDE6A66-1AD0-D303-F19B-72C3FC7BF71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54080" y="3419850"/>
                  <a:ext cx="58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A2DA585E-62BA-8084-AD8D-5003872D0B86}"/>
                    </a:ext>
                  </a:extLst>
                </p14:cNvPr>
                <p14:cNvContentPartPr/>
                <p14:nvPr/>
              </p14:nvContentPartPr>
              <p14:xfrm>
                <a:off x="2209520" y="3422730"/>
                <a:ext cx="31320" cy="766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A2DA585E-62BA-8084-AD8D-5003872D0B8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00880" y="3413730"/>
                  <a:ext cx="489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B09F5E65-BC45-A723-1797-8A68F3EA61C7}"/>
              </a:ext>
            </a:extLst>
          </p:cNvPr>
          <p:cNvGrpSpPr/>
          <p:nvPr/>
        </p:nvGrpSpPr>
        <p:grpSpPr>
          <a:xfrm>
            <a:off x="3216321" y="3505170"/>
            <a:ext cx="86760" cy="78480"/>
            <a:chOff x="3212840" y="3505170"/>
            <a:chExt cx="86760" cy="7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9322A73-7D29-7FC6-572F-986253A3AEFB}"/>
                    </a:ext>
                  </a:extLst>
                </p14:cNvPr>
                <p14:cNvContentPartPr/>
                <p14:nvPr/>
              </p14:nvContentPartPr>
              <p14:xfrm>
                <a:off x="3212840" y="3517770"/>
                <a:ext cx="51120" cy="388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9322A73-7D29-7FC6-572F-986253A3AE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03840" y="3508770"/>
                  <a:ext cx="68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F99C639-54D7-5F9C-7BDE-4B9AC7AD6ED2}"/>
                    </a:ext>
                  </a:extLst>
                </p14:cNvPr>
                <p14:cNvContentPartPr/>
                <p14:nvPr/>
              </p14:nvContentPartPr>
              <p14:xfrm>
                <a:off x="3270080" y="3505170"/>
                <a:ext cx="29520" cy="784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FF99C639-54D7-5F9C-7BDE-4B9AC7AD6ED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61440" y="3496170"/>
                  <a:ext cx="47160" cy="96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B9317F3-163A-4685-B3A3-1FBE4C111513}"/>
              </a:ext>
            </a:extLst>
          </p:cNvPr>
          <p:cNvSpPr txBox="1"/>
          <p:nvPr/>
        </p:nvSpPr>
        <p:spPr>
          <a:xfrm>
            <a:off x="1838631" y="2455170"/>
            <a:ext cx="210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평행선의 간격 </a:t>
            </a:r>
            <a:r>
              <a:rPr lang="en-US" altLang="ko-KR" sz="1600" dirty="0">
                <a:solidFill>
                  <a:srgbClr val="FF0000"/>
                </a:solidFill>
              </a:rPr>
              <a:t>max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CBB828-E0DC-002B-20A9-ACDCAFF424D4}"/>
              </a:ext>
            </a:extLst>
          </p:cNvPr>
          <p:cNvSpPr txBox="1"/>
          <p:nvPr/>
        </p:nvSpPr>
        <p:spPr>
          <a:xfrm>
            <a:off x="5587990" y="2673650"/>
            <a:ext cx="82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FF0000"/>
                </a:solidFill>
              </a:rPr>
              <a:t>svm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D35DAC-39E5-F04D-7F85-ACE47C41D8A7}"/>
              </a:ext>
            </a:extLst>
          </p:cNvPr>
          <p:cNvSpPr txBox="1"/>
          <p:nvPr/>
        </p:nvSpPr>
        <p:spPr>
          <a:xfrm>
            <a:off x="1888943" y="6061387"/>
            <a:ext cx="171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답 </a:t>
            </a:r>
            <a:r>
              <a:rPr lang="ko-KR" altLang="en-US" dirty="0" err="1">
                <a:solidFill>
                  <a:srgbClr val="FF0000"/>
                </a:solidFill>
              </a:rPr>
              <a:t>있는거로만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A775BA-4751-29DB-B59B-CA46B4BD3FA8}"/>
              </a:ext>
            </a:extLst>
          </p:cNvPr>
          <p:cNvSpPr txBox="1"/>
          <p:nvPr/>
        </p:nvSpPr>
        <p:spPr>
          <a:xfrm>
            <a:off x="8045650" y="6061387"/>
            <a:ext cx="2882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00B050"/>
                </a:solidFill>
              </a:rPr>
              <a:t>답 없는 것까지 생각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9CF397-4E10-797E-B809-D480467ABAAF}"/>
              </a:ext>
            </a:extLst>
          </p:cNvPr>
          <p:cNvSpPr txBox="1"/>
          <p:nvPr/>
        </p:nvSpPr>
        <p:spPr>
          <a:xfrm>
            <a:off x="8997950" y="2735205"/>
            <a:ext cx="2882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00B050"/>
                </a:solidFill>
              </a:rPr>
              <a:t>평행선의 간격 </a:t>
            </a:r>
            <a:r>
              <a:rPr lang="en-US" altLang="ko-KR" sz="1400" dirty="0">
                <a:solidFill>
                  <a:srgbClr val="00B050"/>
                </a:solidFill>
              </a:rPr>
              <a:t>max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16B3C5A-5A4A-9802-7F47-BA237E681D1E}"/>
              </a:ext>
            </a:extLst>
          </p:cNvPr>
          <p:cNvGrpSpPr/>
          <p:nvPr/>
        </p:nvGrpSpPr>
        <p:grpSpPr>
          <a:xfrm>
            <a:off x="8880320" y="3810090"/>
            <a:ext cx="99000" cy="81720"/>
            <a:chOff x="8880320" y="3810090"/>
            <a:chExt cx="99000" cy="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C35C7E5-ED00-E365-02C2-BF8A8CEDC520}"/>
                    </a:ext>
                  </a:extLst>
                </p14:cNvPr>
                <p14:cNvContentPartPr/>
                <p14:nvPr/>
              </p14:nvContentPartPr>
              <p14:xfrm>
                <a:off x="8880320" y="3810090"/>
                <a:ext cx="92520" cy="727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C35C7E5-ED00-E365-02C2-BF8A8CEDC52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871320" y="3801090"/>
                  <a:ext cx="1101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C7EF9D2A-AB05-4D80-8840-DA8FAE5E5601}"/>
                    </a:ext>
                  </a:extLst>
                </p14:cNvPr>
                <p14:cNvContentPartPr/>
                <p14:nvPr/>
              </p14:nvContentPartPr>
              <p14:xfrm>
                <a:off x="8966000" y="3822330"/>
                <a:ext cx="13320" cy="694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C7EF9D2A-AB05-4D80-8840-DA8FAE5E56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57360" y="3813690"/>
                  <a:ext cx="3096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B1BDC06-D555-C246-2F96-EFDEE6F39093}"/>
              </a:ext>
            </a:extLst>
          </p:cNvPr>
          <p:cNvGrpSpPr/>
          <p:nvPr/>
        </p:nvGrpSpPr>
        <p:grpSpPr>
          <a:xfrm>
            <a:off x="9384680" y="4076490"/>
            <a:ext cx="109080" cy="95040"/>
            <a:chOff x="9384680" y="4076490"/>
            <a:chExt cx="109080" cy="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248F703-7804-FF6B-1F5E-C3977F2696A5}"/>
                    </a:ext>
                  </a:extLst>
                </p14:cNvPr>
                <p14:cNvContentPartPr/>
                <p14:nvPr/>
              </p14:nvContentPartPr>
              <p14:xfrm>
                <a:off x="9384680" y="4076490"/>
                <a:ext cx="83160" cy="435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248F703-7804-FF6B-1F5E-C3977F2696A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376040" y="4067850"/>
                  <a:ext cx="1008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77BB7F5-93C4-234F-6D3A-119C210FEBCD}"/>
                    </a:ext>
                  </a:extLst>
                </p14:cNvPr>
                <p14:cNvContentPartPr/>
                <p14:nvPr/>
              </p14:nvContentPartPr>
              <p14:xfrm>
                <a:off x="9480440" y="4082970"/>
                <a:ext cx="13320" cy="8856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77BB7F5-93C4-234F-6D3A-119C210FEBC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71440" y="4073970"/>
                  <a:ext cx="30960" cy="106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5F7E8E5-7940-9E78-6F48-AE5EC25C3E44}"/>
              </a:ext>
            </a:extLst>
          </p:cNvPr>
          <p:cNvSpPr txBox="1"/>
          <p:nvPr/>
        </p:nvSpPr>
        <p:spPr>
          <a:xfrm>
            <a:off x="6135067" y="2749423"/>
            <a:ext cx="2730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solidFill>
                  <a:srgbClr val="00B050"/>
                </a:solidFill>
              </a:rPr>
              <a:t>Tranductive</a:t>
            </a:r>
            <a:r>
              <a:rPr lang="en-US" altLang="ko-KR" sz="1600" dirty="0">
                <a:solidFill>
                  <a:srgbClr val="00B050"/>
                </a:solidFill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</a:rPr>
              <a:t>svm</a:t>
            </a:r>
            <a:endParaRPr lang="ko-KR" altLang="en-US" sz="16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12647923-9F5A-C4AC-ED5A-29B7FDE1FA69}"/>
                  </a:ext>
                </a:extLst>
              </p14:cNvPr>
              <p14:cNvContentPartPr/>
              <p14:nvPr/>
            </p14:nvContentPartPr>
            <p14:xfrm>
              <a:off x="6953240" y="6222810"/>
              <a:ext cx="1144080" cy="26712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12647923-9F5A-C4AC-ED5A-29B7FDE1FA6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944240" y="6214170"/>
                <a:ext cx="116172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BC27D8C8-34F7-2998-4A0B-EB9153F21DBB}"/>
                  </a:ext>
                </a:extLst>
              </p14:cNvPr>
              <p14:cNvContentPartPr/>
              <p14:nvPr/>
            </p14:nvContentPartPr>
            <p14:xfrm>
              <a:off x="8082920" y="6254490"/>
              <a:ext cx="32400" cy="10728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BC27D8C8-34F7-2998-4A0B-EB9153F21DB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074280" y="6245850"/>
                <a:ext cx="5004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1C36D9F9-5E1E-1BB9-C109-1464532DF19E}"/>
                  </a:ext>
                </a:extLst>
              </p14:cNvPr>
              <p14:cNvContentPartPr/>
              <p14:nvPr/>
            </p14:nvContentPartPr>
            <p14:xfrm>
              <a:off x="3454040" y="6267450"/>
              <a:ext cx="1441440" cy="209880"/>
            </p14:xfrm>
          </p:contentPart>
        </mc:Choice>
        <mc:Fallback xmlns=""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1C36D9F9-5E1E-1BB9-C109-1464532DF19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45400" y="6258450"/>
                <a:ext cx="14590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4544B197-205B-388D-1912-C318AC1E576E}"/>
                  </a:ext>
                </a:extLst>
              </p14:cNvPr>
              <p14:cNvContentPartPr/>
              <p14:nvPr/>
            </p14:nvContentPartPr>
            <p14:xfrm>
              <a:off x="3454040" y="6218490"/>
              <a:ext cx="141480" cy="4896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4544B197-205B-388D-1912-C318AC1E576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45400" y="6209850"/>
                <a:ext cx="1591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CC00D9E8-A7DD-2F68-D42F-81980744F5AD}"/>
                  </a:ext>
                </a:extLst>
              </p14:cNvPr>
              <p14:cNvContentPartPr/>
              <p14:nvPr/>
            </p14:nvContentPartPr>
            <p14:xfrm>
              <a:off x="3473120" y="6273570"/>
              <a:ext cx="30600" cy="5940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CC00D9E8-A7DD-2F68-D42F-81980744F5A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64480" y="6264570"/>
                <a:ext cx="48240" cy="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785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04712B-47FE-F6D5-1995-D63BF961B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7569200" cy="6858001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AC8580-543B-3FA7-E81D-6B3ED4DB54F0}"/>
              </a:ext>
            </a:extLst>
          </p:cNvPr>
          <p:cNvSpPr txBox="1"/>
          <p:nvPr/>
        </p:nvSpPr>
        <p:spPr>
          <a:xfrm>
            <a:off x="7686675" y="524212"/>
            <a:ext cx="3937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일부는 정답</a:t>
            </a:r>
            <a:r>
              <a:rPr lang="en-US" altLang="ko-KR" sz="1400" dirty="0"/>
              <a:t>O, </a:t>
            </a:r>
            <a:r>
              <a:rPr lang="ko-KR" altLang="en-US" sz="1400" dirty="0"/>
              <a:t>일부는 정답</a:t>
            </a:r>
            <a:r>
              <a:rPr lang="en-US" altLang="ko-KR" sz="1400" dirty="0"/>
              <a:t>X</a:t>
            </a:r>
          </a:p>
          <a:p>
            <a:endParaRPr lang="en-US" altLang="ko-KR" sz="1400" dirty="0"/>
          </a:p>
          <a:p>
            <a:r>
              <a:rPr lang="en-US" altLang="ko-KR" sz="1400" dirty="0">
                <a:solidFill>
                  <a:srgbClr val="FF0000"/>
                </a:solidFill>
              </a:rPr>
              <a:t>D</a:t>
            </a:r>
            <a:r>
              <a:rPr lang="ko-KR" altLang="en-US" sz="1400" dirty="0">
                <a:solidFill>
                  <a:srgbClr val="FF0000"/>
                </a:solidFill>
              </a:rPr>
              <a:t>는 </a:t>
            </a:r>
            <a:r>
              <a:rPr lang="en-US" altLang="ko-KR" sz="1400" dirty="0">
                <a:solidFill>
                  <a:srgbClr val="FF0000"/>
                </a:solidFill>
              </a:rPr>
              <a:t>k+1</a:t>
            </a:r>
            <a:r>
              <a:rPr lang="ko-KR" altLang="en-US" sz="1400" dirty="0">
                <a:solidFill>
                  <a:srgbClr val="FF0000"/>
                </a:solidFill>
              </a:rPr>
              <a:t>개의 클래스를 </a:t>
            </a:r>
            <a:r>
              <a:rPr lang="ko-KR" altLang="en-US" sz="1400" dirty="0" err="1">
                <a:solidFill>
                  <a:srgbClr val="FF0000"/>
                </a:solidFill>
              </a:rPr>
              <a:t>분류해야함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진짜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</a:rPr>
              <a:t>labeled+unlabeled</a:t>
            </a:r>
            <a:r>
              <a:rPr lang="en-US" altLang="ko-KR" sz="1400" dirty="0">
                <a:solidFill>
                  <a:srgbClr val="FF0000"/>
                </a:solidFill>
              </a:rPr>
              <a:t>) = k</a:t>
            </a:r>
            <a:r>
              <a:rPr lang="ko-KR" altLang="en-US" sz="1400" dirty="0">
                <a:solidFill>
                  <a:srgbClr val="FF0000"/>
                </a:solidFill>
              </a:rPr>
              <a:t>개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가짜 </a:t>
            </a:r>
            <a:r>
              <a:rPr lang="en-US" altLang="ko-KR" sz="1400" dirty="0">
                <a:solidFill>
                  <a:srgbClr val="FF0000"/>
                </a:solidFill>
              </a:rPr>
              <a:t>(fake) =1</a:t>
            </a:r>
            <a:r>
              <a:rPr lang="ko-KR" altLang="en-US" sz="1400" dirty="0">
                <a:solidFill>
                  <a:srgbClr val="FF0000"/>
                </a:solidFill>
              </a:rPr>
              <a:t>개</a:t>
            </a:r>
            <a:endParaRPr lang="en-US" altLang="ko-KR" sz="1400" dirty="0">
              <a:solidFill>
                <a:srgbClr val="FF0000"/>
              </a:solidFill>
            </a:endParaRPr>
          </a:p>
          <a:p>
            <a:endParaRPr lang="en-US" altLang="ko-KR" sz="1400" dirty="0"/>
          </a:p>
          <a:p>
            <a:r>
              <a:rPr lang="en-US" altLang="ko-KR" sz="1400" dirty="0"/>
              <a:t>SGAN = </a:t>
            </a:r>
            <a:r>
              <a:rPr lang="ko-KR" altLang="en-US" sz="1400" dirty="0"/>
              <a:t>더 잘 분류하는 </a:t>
            </a:r>
            <a:r>
              <a:rPr lang="en-US" altLang="ko-KR" sz="1400" dirty="0"/>
              <a:t>D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만드는게</a:t>
            </a:r>
            <a:r>
              <a:rPr lang="ko-KR" altLang="en-US" sz="1400" dirty="0"/>
              <a:t> 목적</a:t>
            </a:r>
            <a:endParaRPr lang="en-US" altLang="ko-KR" sz="1400" dirty="0"/>
          </a:p>
          <a:p>
            <a:r>
              <a:rPr lang="ko-KR" altLang="en-US" sz="1400" dirty="0"/>
              <a:t>즉</a:t>
            </a:r>
            <a:r>
              <a:rPr lang="en-US" altLang="ko-KR" sz="1400" dirty="0"/>
              <a:t>, G</a:t>
            </a:r>
            <a:r>
              <a:rPr lang="ko-KR" altLang="en-US" sz="1400" dirty="0"/>
              <a:t>는 중요하지 않음</a:t>
            </a:r>
            <a:r>
              <a:rPr lang="en-US" altLang="ko-KR" sz="1400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30B578E3-381F-8FF4-359C-D8E1F8881EFA}"/>
                  </a:ext>
                </a:extLst>
              </p14:cNvPr>
              <p14:cNvContentPartPr/>
              <p14:nvPr/>
            </p14:nvContentPartPr>
            <p14:xfrm>
              <a:off x="1257320" y="5276730"/>
              <a:ext cx="2685600" cy="10944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30B578E3-381F-8FF4-359C-D8E1F8881E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1320" y="5204730"/>
                <a:ext cx="27572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83D09370-4348-0805-48A3-31F1220E3ADB}"/>
                  </a:ext>
                </a:extLst>
              </p14:cNvPr>
              <p14:cNvContentPartPr/>
              <p14:nvPr/>
            </p14:nvContentPartPr>
            <p14:xfrm>
              <a:off x="3942920" y="5391210"/>
              <a:ext cx="33840" cy="13330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83D09370-4348-0805-48A3-31F1220E3A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07280" y="5319210"/>
                <a:ext cx="105480" cy="14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B7597060-A6AB-F3CE-C5BE-E3E20F6EAB8F}"/>
                  </a:ext>
                </a:extLst>
              </p14:cNvPr>
              <p14:cNvContentPartPr/>
              <p14:nvPr/>
            </p14:nvContentPartPr>
            <p14:xfrm>
              <a:off x="1206200" y="5289430"/>
              <a:ext cx="51480" cy="142848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B7597060-A6AB-F3CE-C5BE-E3E20F6EAB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70560" y="5217430"/>
                <a:ext cx="123120" cy="15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7200459B-0408-B0C9-3E98-4A17B6020D8F}"/>
                  </a:ext>
                </a:extLst>
              </p14:cNvPr>
              <p14:cNvContentPartPr/>
              <p14:nvPr/>
            </p14:nvContentPartPr>
            <p14:xfrm>
              <a:off x="1257320" y="6704230"/>
              <a:ext cx="2759400" cy="7272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7200459B-0408-B0C9-3E98-4A17B6020D8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21320" y="6632590"/>
                <a:ext cx="2831040" cy="2163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B8270CD-E25A-B810-93DA-EEAE1B6249FA}"/>
              </a:ext>
            </a:extLst>
          </p:cNvPr>
          <p:cNvSpPr txBox="1"/>
          <p:nvPr/>
        </p:nvSpPr>
        <p:spPr>
          <a:xfrm>
            <a:off x="749300" y="4925031"/>
            <a:ext cx="1504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기존의 </a:t>
            </a:r>
            <a:r>
              <a:rPr lang="en-US" altLang="ko-KR" sz="1200" dirty="0">
                <a:solidFill>
                  <a:srgbClr val="FF0000"/>
                </a:solidFill>
              </a:rPr>
              <a:t>GAN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72E6AAE9-3686-F142-3C07-72022BA1B3CB}"/>
                  </a:ext>
                </a:extLst>
              </p14:cNvPr>
              <p14:cNvContentPartPr/>
              <p14:nvPr/>
            </p14:nvContentPartPr>
            <p14:xfrm>
              <a:off x="3765440" y="4876740"/>
              <a:ext cx="1901160" cy="72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72E6AAE9-3686-F142-3C07-72022BA1B3C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47440" y="4840740"/>
                <a:ext cx="1936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3D46B09A-3CB1-1D36-A66D-F86C5F495558}"/>
                  </a:ext>
                </a:extLst>
              </p14:cNvPr>
              <p14:cNvContentPartPr/>
              <p14:nvPr/>
            </p14:nvContentPartPr>
            <p14:xfrm>
              <a:off x="5581640" y="4800420"/>
              <a:ext cx="114840" cy="18864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3D46B09A-3CB1-1D36-A66D-F86C5F49555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63640" y="4782780"/>
                <a:ext cx="15048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F81DCDC7-676E-FE66-6A0E-4D9638E97295}"/>
              </a:ext>
            </a:extLst>
          </p:cNvPr>
          <p:cNvGrpSpPr/>
          <p:nvPr/>
        </p:nvGrpSpPr>
        <p:grpSpPr>
          <a:xfrm>
            <a:off x="3822680" y="4120380"/>
            <a:ext cx="1879560" cy="560160"/>
            <a:chOff x="3822680" y="4120380"/>
            <a:chExt cx="1879560" cy="56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BF78089-DE45-BAB3-3344-3714B46276ED}"/>
                    </a:ext>
                  </a:extLst>
                </p14:cNvPr>
                <p14:cNvContentPartPr/>
                <p14:nvPr/>
              </p14:nvContentPartPr>
              <p14:xfrm>
                <a:off x="3822680" y="4120380"/>
                <a:ext cx="1871640" cy="5601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BF78089-DE45-BAB3-3344-3714B46276E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804680" y="4102380"/>
                  <a:ext cx="190728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1D04AAE-4DDB-314E-F793-FC8157C55E44}"/>
                    </a:ext>
                  </a:extLst>
                </p14:cNvPr>
                <p14:cNvContentPartPr/>
                <p14:nvPr/>
              </p14:nvContentPartPr>
              <p14:xfrm>
                <a:off x="5665520" y="4508460"/>
                <a:ext cx="36720" cy="1418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1D04AAE-4DDB-314E-F793-FC8157C55E4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47880" y="4490460"/>
                  <a:ext cx="723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7BEB626-D1A8-52DA-FA76-483143FD6769}"/>
              </a:ext>
            </a:extLst>
          </p:cNvPr>
          <p:cNvGrpSpPr/>
          <p:nvPr/>
        </p:nvGrpSpPr>
        <p:grpSpPr>
          <a:xfrm>
            <a:off x="3835280" y="5347260"/>
            <a:ext cx="1899000" cy="749520"/>
            <a:chOff x="3835280" y="5347260"/>
            <a:chExt cx="1899000" cy="74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107BD2FD-D6DD-B3F6-7C28-4F90E70462E5}"/>
                    </a:ext>
                  </a:extLst>
                </p14:cNvPr>
                <p14:cNvContentPartPr/>
                <p14:nvPr/>
              </p14:nvContentPartPr>
              <p14:xfrm>
                <a:off x="3835280" y="5347260"/>
                <a:ext cx="1874880" cy="74952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107BD2FD-D6DD-B3F6-7C28-4F90E70462E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17280" y="5329620"/>
                  <a:ext cx="1910520" cy="78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DA47E96-4076-D2B3-39AC-5E0BF4764AE5}"/>
                    </a:ext>
                  </a:extLst>
                </p14:cNvPr>
                <p14:cNvContentPartPr/>
                <p14:nvPr/>
              </p14:nvContentPartPr>
              <p14:xfrm>
                <a:off x="5639240" y="5594220"/>
                <a:ext cx="95040" cy="1659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DA47E96-4076-D2B3-39AC-5E0BF4764AE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21240" y="5576220"/>
                  <a:ext cx="130680" cy="201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F8E7910-D77D-B9DD-E745-9CC024F0A15F}"/>
              </a:ext>
            </a:extLst>
          </p:cNvPr>
          <p:cNvSpPr txBox="1"/>
          <p:nvPr/>
        </p:nvSpPr>
        <p:spPr>
          <a:xfrm>
            <a:off x="4325550" y="5765120"/>
            <a:ext cx="1492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Fake</a:t>
            </a:r>
            <a:r>
              <a:rPr lang="ko-KR" altLang="en-US" sz="1100" dirty="0">
                <a:solidFill>
                  <a:srgbClr val="FF0000"/>
                </a:solidFill>
              </a:rPr>
              <a:t>로 인식하게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92676C-6C08-D620-B9B5-F6C1D436BA53}"/>
              </a:ext>
            </a:extLst>
          </p:cNvPr>
          <p:cNvSpPr txBox="1"/>
          <p:nvPr/>
        </p:nvSpPr>
        <p:spPr>
          <a:xfrm>
            <a:off x="4222750" y="3965783"/>
            <a:ext cx="1987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Real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+</a:t>
            </a:r>
            <a:r>
              <a:rPr lang="ko-KR" altLang="en-US" sz="1400" dirty="0">
                <a:solidFill>
                  <a:srgbClr val="FF0000"/>
                </a:solidFill>
              </a:rPr>
              <a:t> 어느 라벨일까</a:t>
            </a:r>
            <a:r>
              <a:rPr lang="en-US" altLang="ko-KR" sz="1400" dirty="0">
                <a:solidFill>
                  <a:srgbClr val="FF0000"/>
                </a:solidFill>
              </a:rPr>
              <a:t>?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A048CE-2530-343D-B2FD-B69FDCB05CE9}"/>
              </a:ext>
            </a:extLst>
          </p:cNvPr>
          <p:cNvSpPr txBox="1"/>
          <p:nvPr/>
        </p:nvSpPr>
        <p:spPr>
          <a:xfrm>
            <a:off x="6717470" y="3079750"/>
            <a:ext cx="52959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fake data</a:t>
            </a:r>
            <a:r>
              <a:rPr lang="ko-KR" altLang="en-US" sz="1400" dirty="0">
                <a:solidFill>
                  <a:srgbClr val="FF0000"/>
                </a:solidFill>
              </a:rPr>
              <a:t>를 추가한 이유는</a:t>
            </a:r>
            <a:r>
              <a:rPr lang="en-US" altLang="ko-KR" sz="1400" dirty="0">
                <a:solidFill>
                  <a:srgbClr val="FF0000"/>
                </a:solidFill>
              </a:rPr>
              <a:t>? </a:t>
            </a:r>
            <a:r>
              <a:rPr lang="ko-KR" altLang="en-US" sz="1400" dirty="0">
                <a:solidFill>
                  <a:srgbClr val="FF0000"/>
                </a:solidFill>
              </a:rPr>
              <a:t>무슨 이득이</a:t>
            </a:r>
            <a:r>
              <a:rPr lang="en-US" altLang="ko-KR" sz="1400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400" dirty="0">
                <a:solidFill>
                  <a:srgbClr val="FF0000"/>
                </a:solidFill>
              </a:rPr>
              <a:t>가짜를 구별하기 위해 학습을 더욱 자세하게 하니까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sz="1400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/>
              <a:t>Ex)</a:t>
            </a:r>
          </a:p>
          <a:p>
            <a:r>
              <a:rPr lang="en-US" altLang="ko-KR" sz="1400" dirty="0"/>
              <a:t>     </a:t>
            </a:r>
            <a:r>
              <a:rPr lang="ko-KR" altLang="en-US" sz="1400" dirty="0"/>
              <a:t>개</a:t>
            </a:r>
            <a:r>
              <a:rPr lang="en-US" altLang="ko-KR" sz="1400" dirty="0">
                <a:sym typeface="Wingdings" panose="05000000000000000000" pitchFamily="2" charset="2"/>
              </a:rPr>
              <a:t>&lt; ----- &gt; </a:t>
            </a:r>
            <a:r>
              <a:rPr lang="ko-KR" altLang="en-US" sz="1400" dirty="0">
                <a:sym typeface="Wingdings" panose="05000000000000000000" pitchFamily="2" charset="2"/>
              </a:rPr>
              <a:t>고양이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1) </a:t>
            </a:r>
            <a:r>
              <a:rPr lang="ko-KR" altLang="en-US" sz="1400" dirty="0">
                <a:sym typeface="Wingdings" panose="05000000000000000000" pitchFamily="2" charset="2"/>
              </a:rPr>
              <a:t>개와 고양이의 몇가지 대두되는 차이점으로만 분류 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대충함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2) </a:t>
            </a:r>
            <a:r>
              <a:rPr lang="ko-KR" altLang="en-US" sz="1400" dirty="0">
                <a:sym typeface="Wingdings" panose="05000000000000000000" pitchFamily="2" charset="2"/>
              </a:rPr>
              <a:t>만약 여기 </a:t>
            </a:r>
            <a:r>
              <a:rPr lang="en-US" altLang="ko-KR" sz="1400" dirty="0">
                <a:sym typeface="Wingdings" panose="05000000000000000000" pitchFamily="2" charset="2"/>
              </a:rPr>
              <a:t>fake data</a:t>
            </a:r>
            <a:r>
              <a:rPr lang="ko-KR" altLang="en-US" sz="1400" dirty="0">
                <a:sym typeface="Wingdings" panose="05000000000000000000" pitchFamily="2" charset="2"/>
              </a:rPr>
              <a:t>가 들어오면</a:t>
            </a:r>
            <a:r>
              <a:rPr lang="en-US" altLang="ko-KR" sz="1400" dirty="0">
                <a:sym typeface="Wingdings" panose="05000000000000000000" pitchFamily="2" charset="2"/>
              </a:rPr>
              <a:t>?</a:t>
            </a: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3) Fake data</a:t>
            </a:r>
            <a:r>
              <a:rPr lang="ko-KR" altLang="en-US" sz="1400" dirty="0">
                <a:sym typeface="Wingdings" panose="05000000000000000000" pitchFamily="2" charset="2"/>
              </a:rPr>
              <a:t>를 가려내기 위해 개의 특징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고양이의 특징을 자세하게 파악할 것임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4) </a:t>
            </a:r>
            <a:r>
              <a:rPr lang="ko-KR" altLang="en-US" sz="1400" dirty="0">
                <a:sym typeface="Wingdings" panose="05000000000000000000" pitchFamily="2" charset="2"/>
              </a:rPr>
              <a:t>그렇다는 것은 학습을 더욱 자세하게 한다는 의미가 됨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2826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D371CE-7E47-9569-5045-44C55749E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"/>
            <a:ext cx="7708900" cy="686435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206FDC-5632-29D0-CD86-EE107002CAB1}"/>
              </a:ext>
            </a:extLst>
          </p:cNvPr>
          <p:cNvSpPr txBox="1"/>
          <p:nvPr/>
        </p:nvSpPr>
        <p:spPr>
          <a:xfrm>
            <a:off x="6762750" y="1371600"/>
            <a:ext cx="48831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정통적인 </a:t>
            </a:r>
            <a:r>
              <a:rPr lang="en-US" altLang="ko-KR" sz="1400" dirty="0"/>
              <a:t>GAN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sz="1400" dirty="0"/>
              <a:t>G</a:t>
            </a:r>
            <a:r>
              <a:rPr lang="ko-KR" altLang="en-US" sz="1400" dirty="0"/>
              <a:t>와 </a:t>
            </a:r>
            <a:r>
              <a:rPr lang="en-US" altLang="ko-KR" sz="1400" dirty="0"/>
              <a:t>D</a:t>
            </a:r>
            <a:r>
              <a:rPr lang="ko-KR" altLang="en-US" sz="1400" dirty="0"/>
              <a:t>가 번갈아 가면서 학습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sz="1400" dirty="0"/>
              <a:t>D</a:t>
            </a:r>
            <a:r>
              <a:rPr lang="ko-KR" altLang="en-US" sz="1400" dirty="0"/>
              <a:t>는 진짜면 </a:t>
            </a:r>
            <a:r>
              <a:rPr lang="en-US" altLang="ko-KR" sz="1400" dirty="0"/>
              <a:t>1, </a:t>
            </a:r>
            <a:r>
              <a:rPr lang="ko-KR" altLang="en-US" sz="1400" dirty="0"/>
              <a:t>가짜면 </a:t>
            </a:r>
            <a:r>
              <a:rPr lang="en-US" altLang="ko-KR" sz="1400" dirty="0"/>
              <a:t>0</a:t>
            </a:r>
            <a:r>
              <a:rPr lang="ko-KR" altLang="en-US" sz="1400" dirty="0"/>
              <a:t>에 가깝게 결과 출력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400" dirty="0">
                <a:solidFill>
                  <a:srgbClr val="FF0000"/>
                </a:solidFill>
              </a:rPr>
              <a:t>학습이 완료되면 </a:t>
            </a:r>
            <a:r>
              <a:rPr lang="en-US" altLang="ko-KR" sz="1400" dirty="0">
                <a:solidFill>
                  <a:srgbClr val="FF0000"/>
                </a:solidFill>
              </a:rPr>
              <a:t>D</a:t>
            </a:r>
            <a:r>
              <a:rPr lang="ko-KR" altLang="en-US" sz="1400" dirty="0">
                <a:solidFill>
                  <a:srgbClr val="FF0000"/>
                </a:solidFill>
              </a:rPr>
              <a:t>는 쓸모가 없다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86D9D-976A-73BF-2DF9-1275CBDB758D}"/>
              </a:ext>
            </a:extLst>
          </p:cNvPr>
          <p:cNvSpPr txBox="1"/>
          <p:nvPr/>
        </p:nvSpPr>
        <p:spPr>
          <a:xfrm>
            <a:off x="7064374" y="2846516"/>
            <a:ext cx="51276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SGAN</a:t>
            </a:r>
            <a:r>
              <a:rPr lang="ko-KR" altLang="en-US" sz="1400" dirty="0"/>
              <a:t>은</a:t>
            </a:r>
            <a:r>
              <a:rPr lang="en-US" altLang="ko-KR" sz="1400" dirty="0"/>
              <a:t>?</a:t>
            </a:r>
          </a:p>
          <a:p>
            <a:endParaRPr lang="en-US" altLang="ko-KR" sz="1400" dirty="0"/>
          </a:p>
          <a:p>
            <a:r>
              <a:rPr lang="en-US" altLang="ko-KR" sz="1400" dirty="0"/>
              <a:t>-&gt;D</a:t>
            </a:r>
            <a:r>
              <a:rPr lang="ko-KR" altLang="en-US" sz="1400" dirty="0"/>
              <a:t>가 다양한 클래스를 분류하는 역할로 변경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>
                <a:solidFill>
                  <a:srgbClr val="FF0000"/>
                </a:solidFill>
              </a:rPr>
              <a:t>-&gt;</a:t>
            </a:r>
            <a:r>
              <a:rPr lang="ko-KR" altLang="en-US" sz="1400" dirty="0">
                <a:solidFill>
                  <a:srgbClr val="FF0000"/>
                </a:solidFill>
              </a:rPr>
              <a:t>학습이 완료되면 </a:t>
            </a:r>
            <a:r>
              <a:rPr lang="en-US" altLang="ko-KR" sz="1400" dirty="0">
                <a:solidFill>
                  <a:srgbClr val="FF0000"/>
                </a:solidFill>
              </a:rPr>
              <a:t>G</a:t>
            </a:r>
            <a:r>
              <a:rPr lang="ko-KR" altLang="en-US" sz="1400" dirty="0">
                <a:solidFill>
                  <a:srgbClr val="FF0000"/>
                </a:solidFill>
              </a:rPr>
              <a:t>는 쓸모가 없다</a:t>
            </a:r>
            <a:r>
              <a:rPr lang="en-US" altLang="ko-KR" sz="1400" dirty="0">
                <a:solidFill>
                  <a:srgbClr val="FF0000"/>
                </a:solidFill>
              </a:rPr>
              <a:t>. (</a:t>
            </a:r>
            <a:r>
              <a:rPr lang="ko-KR" altLang="en-US" sz="1400" dirty="0">
                <a:solidFill>
                  <a:srgbClr val="FF0000"/>
                </a:solidFill>
              </a:rPr>
              <a:t>차이점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들어오는 인풋의 종류</a:t>
            </a:r>
            <a:r>
              <a:rPr lang="en-US" altLang="ko-KR" sz="1400" dirty="0"/>
              <a:t>?</a:t>
            </a:r>
          </a:p>
          <a:p>
            <a:endParaRPr lang="en-US" altLang="ko-KR" sz="1400" dirty="0"/>
          </a:p>
          <a:p>
            <a:pPr marL="342900" indent="-342900">
              <a:buAutoNum type="arabicParenR"/>
            </a:pPr>
            <a:r>
              <a:rPr lang="ko-KR" altLang="en-US" sz="1400" dirty="0"/>
              <a:t>정답</a:t>
            </a:r>
            <a:r>
              <a:rPr lang="en-US" altLang="ko-KR" sz="1400" dirty="0"/>
              <a:t>O </a:t>
            </a:r>
            <a:r>
              <a:rPr lang="ko-KR" altLang="en-US" sz="1400" dirty="0"/>
              <a:t>진짜 데이터 </a:t>
            </a:r>
            <a:r>
              <a:rPr lang="en-US" altLang="ko-KR" sz="1400" dirty="0"/>
              <a:t>-&gt;D</a:t>
            </a:r>
            <a:r>
              <a:rPr lang="ko-KR" altLang="en-US" sz="1400" dirty="0"/>
              <a:t>가 지도학습 분류할 수 있게 함</a:t>
            </a:r>
            <a:endParaRPr lang="en-US" altLang="ko-KR" sz="1400" dirty="0"/>
          </a:p>
          <a:p>
            <a:pPr marL="342900" indent="-342900">
              <a:buAutoNum type="arabicParenR"/>
            </a:pPr>
            <a:r>
              <a:rPr lang="ko-KR" altLang="en-US" sz="1400" dirty="0"/>
              <a:t>정답</a:t>
            </a:r>
            <a:r>
              <a:rPr lang="en-US" altLang="ko-KR" sz="1400" dirty="0"/>
              <a:t>X </a:t>
            </a:r>
            <a:r>
              <a:rPr lang="ko-KR" altLang="en-US" sz="1400" dirty="0"/>
              <a:t>진짜 데이터 </a:t>
            </a:r>
            <a:r>
              <a:rPr lang="en-US" altLang="ko-KR" sz="1400" dirty="0"/>
              <a:t>-&gt; D</a:t>
            </a:r>
            <a:r>
              <a:rPr lang="ko-KR" altLang="en-US" sz="1400" dirty="0"/>
              <a:t>가 이 데이터는 진짜임을 배움</a:t>
            </a:r>
            <a:endParaRPr lang="en-US" altLang="ko-KR" sz="1400" dirty="0"/>
          </a:p>
          <a:p>
            <a:pPr marL="342900" indent="-342900">
              <a:buAutoNum type="arabicParenR"/>
            </a:pPr>
            <a:r>
              <a:rPr lang="ko-KR" altLang="en-US" sz="1400" dirty="0"/>
              <a:t>가짜 데이터 </a:t>
            </a:r>
            <a:r>
              <a:rPr lang="en-US" altLang="ko-KR" sz="1400" dirty="0"/>
              <a:t>-&gt; D</a:t>
            </a:r>
            <a:r>
              <a:rPr lang="ko-KR" altLang="en-US" sz="1400" dirty="0"/>
              <a:t>가 이 데이터는 가짜임을 배움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76055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F38852-EF59-723A-1481-2DC408E72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7260"/>
            <a:ext cx="12192000" cy="163259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BB7932B7-E550-FECD-C47A-D5EBA67348D0}"/>
                  </a:ext>
                </a:extLst>
              </p14:cNvPr>
              <p14:cNvContentPartPr/>
              <p14:nvPr/>
            </p14:nvContentPartPr>
            <p14:xfrm>
              <a:off x="4405160" y="1040610"/>
              <a:ext cx="363960" cy="34380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BB7932B7-E550-FECD-C47A-D5EBA67348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6520" y="1031970"/>
                <a:ext cx="38160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4D68F2F0-68BC-E8D1-1C73-4C0356308597}"/>
                  </a:ext>
                </a:extLst>
              </p14:cNvPr>
              <p14:cNvContentPartPr/>
              <p14:nvPr/>
            </p14:nvContentPartPr>
            <p14:xfrm>
              <a:off x="4840760" y="1009290"/>
              <a:ext cx="339120" cy="33948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4D68F2F0-68BC-E8D1-1C73-4C03563085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31760" y="1000290"/>
                <a:ext cx="35676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209328CD-5355-395F-1473-CDDACE5ACA2C}"/>
                  </a:ext>
                </a:extLst>
              </p14:cNvPr>
              <p14:cNvContentPartPr/>
              <p14:nvPr/>
            </p14:nvContentPartPr>
            <p14:xfrm>
              <a:off x="6216320" y="1256610"/>
              <a:ext cx="1821960" cy="2016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209328CD-5355-395F-1473-CDDACE5ACA2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07680" y="1247970"/>
                <a:ext cx="1839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4B76DA56-8CEB-228B-8B3A-9FAC52EC501B}"/>
                  </a:ext>
                </a:extLst>
              </p14:cNvPr>
              <p14:cNvContentPartPr/>
              <p14:nvPr/>
            </p14:nvContentPartPr>
            <p14:xfrm>
              <a:off x="8350040" y="1250490"/>
              <a:ext cx="2387520" cy="3240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4B76DA56-8CEB-228B-8B3A-9FAC52EC501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41040" y="1241850"/>
                <a:ext cx="2405160" cy="5004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5D2ED79-D8F0-AD8A-6A95-98BEAC2D589D}"/>
              </a:ext>
            </a:extLst>
          </p:cNvPr>
          <p:cNvSpPr txBox="1"/>
          <p:nvPr/>
        </p:nvSpPr>
        <p:spPr>
          <a:xfrm>
            <a:off x="3056340" y="362959"/>
            <a:ext cx="1712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G</a:t>
            </a:r>
            <a:r>
              <a:rPr lang="ko-KR" altLang="en-US" dirty="0">
                <a:solidFill>
                  <a:srgbClr val="FF0000"/>
                </a:solidFill>
              </a:rPr>
              <a:t>는 최대로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D</a:t>
            </a:r>
            <a:r>
              <a:rPr lang="ko-KR" altLang="en-US" dirty="0">
                <a:solidFill>
                  <a:srgbClr val="FF0000"/>
                </a:solidFill>
              </a:rPr>
              <a:t>는 최소로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71D0E0A-D0B4-4856-961C-E59011736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811481"/>
              </p:ext>
            </p:extLst>
          </p:nvPr>
        </p:nvGraphicFramePr>
        <p:xfrm>
          <a:off x="5152456" y="199270"/>
          <a:ext cx="5661593" cy="741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92458">
                  <a:extLst>
                    <a:ext uri="{9D8B030D-6E8A-4147-A177-3AD203B41FA5}">
                      <a16:colId xmlns:a16="http://schemas.microsoft.com/office/drawing/2014/main" val="3202954516"/>
                    </a:ext>
                  </a:extLst>
                </a:gridCol>
                <a:gridCol w="2014836">
                  <a:extLst>
                    <a:ext uri="{9D8B030D-6E8A-4147-A177-3AD203B41FA5}">
                      <a16:colId xmlns:a16="http://schemas.microsoft.com/office/drawing/2014/main" val="812856825"/>
                    </a:ext>
                  </a:extLst>
                </a:gridCol>
                <a:gridCol w="2654299">
                  <a:extLst>
                    <a:ext uri="{9D8B030D-6E8A-4147-A177-3AD203B41FA5}">
                      <a16:colId xmlns:a16="http://schemas.microsoft.com/office/drawing/2014/main" val="1263729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G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R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002060"/>
                          </a:solidFill>
                        </a:rPr>
                        <a:t>최소</a:t>
                      </a:r>
                      <a:r>
                        <a:rPr lang="en-US" altLang="ko-KR" sz="1600" b="1" dirty="0">
                          <a:solidFill>
                            <a:srgbClr val="002060"/>
                          </a:solidFill>
                        </a:rPr>
                        <a:t>(log0+)</a:t>
                      </a:r>
                      <a:endParaRPr lang="ko-KR" altLang="en-US" sz="16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150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D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최대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002060"/>
                          </a:solidFill>
                        </a:rPr>
                        <a:t>최대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3385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D5CFB58-5E46-AE1A-F398-7BD018B38501}"/>
              </a:ext>
            </a:extLst>
          </p:cNvPr>
          <p:cNvSpPr txBox="1"/>
          <p:nvPr/>
        </p:nvSpPr>
        <p:spPr>
          <a:xfrm>
            <a:off x="622300" y="2298700"/>
            <a:ext cx="384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SGAN -&gt; K+1</a:t>
            </a:r>
            <a:r>
              <a:rPr lang="ko-KR" altLang="en-US" dirty="0">
                <a:solidFill>
                  <a:srgbClr val="FF0000"/>
                </a:solidFill>
              </a:rPr>
              <a:t>개의 종류 분류하기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73A8B14D-8290-E0B0-95C5-9105D26D04BF}"/>
                  </a:ext>
                </a:extLst>
              </p14:cNvPr>
              <p14:cNvContentPartPr/>
              <p14:nvPr/>
            </p14:nvContentPartPr>
            <p14:xfrm>
              <a:off x="5359160" y="2196930"/>
              <a:ext cx="1109520" cy="5328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73A8B14D-8290-E0B0-95C5-9105D26D04B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50520" y="2187930"/>
                <a:ext cx="11271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16D1F717-B089-5053-4846-82C1A072635A}"/>
                  </a:ext>
                </a:extLst>
              </p14:cNvPr>
              <p14:cNvContentPartPr/>
              <p14:nvPr/>
            </p14:nvContentPartPr>
            <p14:xfrm>
              <a:off x="6724280" y="2190090"/>
              <a:ext cx="380160" cy="3420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16D1F717-B089-5053-4846-82C1A072635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15640" y="2181450"/>
                <a:ext cx="397800" cy="5184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0A64B9C-6F5A-C0DE-80D9-BF4043784820}"/>
              </a:ext>
            </a:extLst>
          </p:cNvPr>
          <p:cNvSpPr txBox="1"/>
          <p:nvPr/>
        </p:nvSpPr>
        <p:spPr>
          <a:xfrm>
            <a:off x="5642020" y="2255962"/>
            <a:ext cx="857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진짜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461BB6-7C44-4636-FBDF-C045E593B272}"/>
              </a:ext>
            </a:extLst>
          </p:cNvPr>
          <p:cNvSpPr txBox="1"/>
          <p:nvPr/>
        </p:nvSpPr>
        <p:spPr>
          <a:xfrm>
            <a:off x="6669465" y="2231164"/>
            <a:ext cx="869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가짜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10A79679-A9C6-C331-A3FE-12985D7095C8}"/>
                  </a:ext>
                </a:extLst>
              </p14:cNvPr>
              <p14:cNvContentPartPr/>
              <p14:nvPr/>
            </p14:nvContentPartPr>
            <p14:xfrm>
              <a:off x="7467320" y="2069850"/>
              <a:ext cx="174240" cy="226440"/>
            </p14:xfrm>
          </p:contentPart>
        </mc:Choice>
        <mc:Fallback xmlns=""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10A79679-A9C6-C331-A3FE-12985D7095C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58320" y="2061210"/>
                <a:ext cx="191880" cy="24408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6A696CE5-8838-8FC6-CABF-9732F5150F5E}"/>
              </a:ext>
            </a:extLst>
          </p:cNvPr>
          <p:cNvSpPr txBox="1"/>
          <p:nvPr/>
        </p:nvSpPr>
        <p:spPr>
          <a:xfrm>
            <a:off x="7587970" y="2156070"/>
            <a:ext cx="149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7030A0"/>
                </a:solidFill>
              </a:rPr>
              <a:t>Softmax</a:t>
            </a:r>
            <a:r>
              <a:rPr lang="en-US" altLang="ko-KR" sz="1200" dirty="0">
                <a:solidFill>
                  <a:srgbClr val="7030A0"/>
                </a:solidFill>
              </a:rPr>
              <a:t> </a:t>
            </a:r>
            <a:r>
              <a:rPr lang="ko-KR" altLang="en-US" sz="1200" dirty="0">
                <a:solidFill>
                  <a:srgbClr val="7030A0"/>
                </a:solidFill>
              </a:rPr>
              <a:t>사용</a:t>
            </a:r>
            <a:endParaRPr lang="en-US" altLang="ko-KR" sz="1200" dirty="0">
              <a:solidFill>
                <a:srgbClr val="7030A0"/>
              </a:solidFill>
            </a:endParaRPr>
          </a:p>
          <a:p>
            <a:r>
              <a:rPr lang="en-US" altLang="ko-KR" sz="1200" dirty="0">
                <a:solidFill>
                  <a:srgbClr val="7030A0"/>
                </a:solidFill>
              </a:rPr>
              <a:t>(</a:t>
            </a:r>
            <a:r>
              <a:rPr lang="ko-KR" altLang="en-US" sz="1200" dirty="0">
                <a:solidFill>
                  <a:srgbClr val="7030A0"/>
                </a:solidFill>
              </a:rPr>
              <a:t>확률로 생각</a:t>
            </a:r>
            <a:r>
              <a:rPr lang="en-US" altLang="ko-KR" sz="1200" dirty="0">
                <a:solidFill>
                  <a:srgbClr val="7030A0"/>
                </a:solidFill>
              </a:rPr>
              <a:t>)</a:t>
            </a:r>
            <a:endParaRPr lang="ko-KR" altLang="en-US" sz="1200" dirty="0">
              <a:solidFill>
                <a:srgbClr val="7030A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CDEE13-F951-AF6A-19CC-C007B9C6B8AE}"/>
              </a:ext>
            </a:extLst>
          </p:cNvPr>
          <p:cNvSpPr txBox="1"/>
          <p:nvPr/>
        </p:nvSpPr>
        <p:spPr>
          <a:xfrm>
            <a:off x="8738520" y="2214571"/>
            <a:ext cx="2387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7030A0"/>
                </a:solidFill>
              </a:rPr>
              <a:t>Class?</a:t>
            </a:r>
            <a:r>
              <a:rPr lang="ko-KR" altLang="en-US" sz="1200" dirty="0">
                <a:solidFill>
                  <a:srgbClr val="7030A0"/>
                </a:solidFill>
              </a:rPr>
              <a:t> </a:t>
            </a:r>
            <a:r>
              <a:rPr lang="en-US" altLang="ko-KR" sz="1200" dirty="0">
                <a:solidFill>
                  <a:srgbClr val="7030A0"/>
                </a:solidFill>
              </a:rPr>
              <a:t>Data?</a:t>
            </a:r>
            <a:endParaRPr lang="ko-KR" altLang="en-US" sz="1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6BB49C11-55F8-74C2-493A-EDF540004859}"/>
                  </a:ext>
                </a:extLst>
              </p14:cNvPr>
              <p14:cNvContentPartPr/>
              <p14:nvPr/>
            </p14:nvContentPartPr>
            <p14:xfrm>
              <a:off x="8889680" y="2152650"/>
              <a:ext cx="120240" cy="6840"/>
            </p14:xfrm>
          </p:contentPart>
        </mc:Choice>
        <mc:Fallback xmlns=""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6BB49C11-55F8-74C2-493A-EDF54000485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81040" y="2143650"/>
                <a:ext cx="13788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07E187-D538-E454-FE16-8C9BB7ABFE6E}"/>
              </a:ext>
            </a:extLst>
          </p:cNvPr>
          <p:cNvGrpSpPr/>
          <p:nvPr/>
        </p:nvGrpSpPr>
        <p:grpSpPr>
          <a:xfrm>
            <a:off x="8908400" y="2139690"/>
            <a:ext cx="437040" cy="147960"/>
            <a:chOff x="8908400" y="2139690"/>
            <a:chExt cx="43704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D9259D22-A007-DAD7-CFDD-52097A89F270}"/>
                    </a:ext>
                  </a:extLst>
                </p14:cNvPr>
                <p14:cNvContentPartPr/>
                <p14:nvPr/>
              </p14:nvContentPartPr>
              <p14:xfrm>
                <a:off x="8941160" y="2165250"/>
                <a:ext cx="6120" cy="11448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D9259D22-A007-DAD7-CFDD-52097A89F27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32160" y="2156250"/>
                  <a:ext cx="237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1B78E1A0-5E87-221E-D96B-AA4B642354A6}"/>
                    </a:ext>
                  </a:extLst>
                </p14:cNvPr>
                <p14:cNvContentPartPr/>
                <p14:nvPr/>
              </p14:nvContentPartPr>
              <p14:xfrm>
                <a:off x="8908400" y="2273610"/>
                <a:ext cx="38880" cy="1260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1B78E1A0-5E87-221E-D96B-AA4B642354A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99760" y="2264610"/>
                  <a:ext cx="56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FE753253-3E06-6ED4-2132-7530B336AB05}"/>
                    </a:ext>
                  </a:extLst>
                </p14:cNvPr>
                <p14:cNvContentPartPr/>
                <p14:nvPr/>
              </p14:nvContentPartPr>
              <p14:xfrm>
                <a:off x="8940800" y="2275050"/>
                <a:ext cx="27360" cy="1116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FE753253-3E06-6ED4-2132-7530B336AB0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931800" y="2266410"/>
                  <a:ext cx="45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8EFA3685-26D1-9ABF-A801-E0AB31066F64}"/>
                    </a:ext>
                  </a:extLst>
                </p14:cNvPr>
                <p14:cNvContentPartPr/>
                <p14:nvPr/>
              </p14:nvContentPartPr>
              <p14:xfrm>
                <a:off x="9137360" y="2139690"/>
                <a:ext cx="107640" cy="36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8EFA3685-26D1-9ABF-A801-E0AB31066F6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128720" y="2131050"/>
                  <a:ext cx="125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EA4CAE14-6CFC-F404-DF49-8A7562BAB7A7}"/>
                    </a:ext>
                  </a:extLst>
                </p14:cNvPr>
                <p14:cNvContentPartPr/>
                <p14:nvPr/>
              </p14:nvContentPartPr>
              <p14:xfrm>
                <a:off x="9175520" y="2152650"/>
                <a:ext cx="169920" cy="13500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EA4CAE14-6CFC-F404-DF49-8A7562BAB7A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66520" y="2143650"/>
                  <a:ext cx="187560" cy="152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5" name="그림 44" descr="텍스트, 폰트, 화이트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65C696-C6E2-EF17-48E6-02DFA683E33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954280"/>
            <a:ext cx="9982200" cy="18388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6" name="잉크 45">
                <a:extLst>
                  <a:ext uri="{FF2B5EF4-FFF2-40B4-BE49-F238E27FC236}">
                    <a16:creationId xmlns:a16="http://schemas.microsoft.com/office/drawing/2014/main" id="{C0B49272-8449-C42E-4CE9-3DCB6D6B27B3}"/>
                  </a:ext>
                </a:extLst>
              </p14:cNvPr>
              <p14:cNvContentPartPr/>
              <p14:nvPr/>
            </p14:nvContentPartPr>
            <p14:xfrm>
              <a:off x="4144520" y="3490770"/>
              <a:ext cx="200880" cy="237240"/>
            </p14:xfrm>
          </p:contentPart>
        </mc:Choice>
        <mc:Fallback xmlns="">
          <p:pic>
            <p:nvPicPr>
              <p:cNvPr id="46" name="잉크 45">
                <a:extLst>
                  <a:ext uri="{FF2B5EF4-FFF2-40B4-BE49-F238E27FC236}">
                    <a16:creationId xmlns:a16="http://schemas.microsoft.com/office/drawing/2014/main" id="{C0B49272-8449-C42E-4CE9-3DCB6D6B27B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35880" y="3481770"/>
                <a:ext cx="2185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66FE943A-1AE6-96E1-A686-DC9E293FA573}"/>
                  </a:ext>
                </a:extLst>
              </p14:cNvPr>
              <p14:cNvContentPartPr/>
              <p14:nvPr/>
            </p14:nvContentPartPr>
            <p14:xfrm>
              <a:off x="4290320" y="3923490"/>
              <a:ext cx="186840" cy="197640"/>
            </p14:xfrm>
          </p:contentPart>
        </mc:Choice>
        <mc:Fallback xmlns=""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66FE943A-1AE6-96E1-A686-DC9E293FA57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81680" y="3914850"/>
                <a:ext cx="2044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A1115A97-7943-3ABF-ACB3-55C67F8DD306}"/>
                  </a:ext>
                </a:extLst>
              </p14:cNvPr>
              <p14:cNvContentPartPr/>
              <p14:nvPr/>
            </p14:nvContentPartPr>
            <p14:xfrm>
              <a:off x="4329560" y="4366650"/>
              <a:ext cx="205200" cy="174240"/>
            </p14:xfrm>
          </p:contentPart>
        </mc:Choice>
        <mc:Fallback xmlns=""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A1115A97-7943-3ABF-ACB3-55C67F8DD30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20560" y="4358010"/>
                <a:ext cx="222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085C71E6-E747-0250-6FBF-C75EC1DEB081}"/>
                  </a:ext>
                </a:extLst>
              </p14:cNvPr>
              <p14:cNvContentPartPr/>
              <p14:nvPr/>
            </p14:nvContentPartPr>
            <p14:xfrm>
              <a:off x="4024640" y="3040770"/>
              <a:ext cx="484560" cy="274680"/>
            </p14:xfrm>
          </p:contentPart>
        </mc:Choice>
        <mc:Fallback xmlns=""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085C71E6-E747-0250-6FBF-C75EC1DEB08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16000" y="3031770"/>
                <a:ext cx="502200" cy="292320"/>
              </a:xfrm>
              <a:prstGeom prst="rect">
                <a:avLst/>
              </a:prstGeom>
            </p:spPr>
          </p:pic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F45DFE37-E95D-CE2E-9970-E1472EBB13D7}"/>
              </a:ext>
            </a:extLst>
          </p:cNvPr>
          <p:cNvSpPr txBox="1"/>
          <p:nvPr/>
        </p:nvSpPr>
        <p:spPr>
          <a:xfrm>
            <a:off x="345000" y="3408091"/>
            <a:ext cx="1771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Max-&gt;gradient</a:t>
            </a:r>
            <a:r>
              <a:rPr lang="ko-KR" altLang="en-US" sz="1200" dirty="0"/>
              <a:t> </a:t>
            </a:r>
            <a:r>
              <a:rPr lang="en-US" altLang="ko-KR" sz="1200" dirty="0"/>
              <a:t>ascend</a:t>
            </a:r>
            <a:endParaRPr lang="ko-KR" altLang="en-US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8F15DC-B595-7055-5A26-E63B4C98F79E}"/>
              </a:ext>
            </a:extLst>
          </p:cNvPr>
          <p:cNvSpPr txBox="1"/>
          <p:nvPr/>
        </p:nvSpPr>
        <p:spPr>
          <a:xfrm>
            <a:off x="345000" y="3741905"/>
            <a:ext cx="215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loss-&gt;gradient descend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그래서 </a:t>
            </a:r>
            <a:r>
              <a:rPr lang="en-US" altLang="ko-KR" sz="1200" dirty="0">
                <a:solidFill>
                  <a:srgbClr val="FF0000"/>
                </a:solidFill>
              </a:rPr>
              <a:t>(-) </a:t>
            </a:r>
            <a:r>
              <a:rPr lang="ko-KR" altLang="en-US" sz="1200" dirty="0">
                <a:solidFill>
                  <a:srgbClr val="FF0000"/>
                </a:solidFill>
              </a:rPr>
              <a:t>부호가 붙음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0431A8-1E78-D8A5-9DB5-4AA6044C002F}"/>
              </a:ext>
            </a:extLst>
          </p:cNvPr>
          <p:cNvSpPr txBox="1"/>
          <p:nvPr/>
        </p:nvSpPr>
        <p:spPr>
          <a:xfrm>
            <a:off x="7983252" y="3224891"/>
            <a:ext cx="2202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If </a:t>
            </a:r>
            <a:r>
              <a:rPr lang="en-US" altLang="ko-KR" sz="1200" dirty="0" err="1">
                <a:solidFill>
                  <a:srgbClr val="FF0000"/>
                </a:solidFill>
              </a:rPr>
              <a:t>i</a:t>
            </a:r>
            <a:r>
              <a:rPr lang="en-US" altLang="ko-KR" sz="1200" dirty="0">
                <a:solidFill>
                  <a:srgbClr val="FF0000"/>
                </a:solidFill>
              </a:rPr>
              <a:t>=2, </a:t>
            </a:r>
            <a:r>
              <a:rPr lang="ko-KR" altLang="en-US" sz="1200" dirty="0">
                <a:solidFill>
                  <a:srgbClr val="FF0000"/>
                </a:solidFill>
              </a:rPr>
              <a:t>라벨 </a:t>
            </a:r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r>
              <a:rPr lang="ko-KR" altLang="en-US" sz="1200" dirty="0">
                <a:solidFill>
                  <a:srgbClr val="FF0000"/>
                </a:solidFill>
              </a:rPr>
              <a:t>만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에 가깝게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BAC6B22-1675-716F-73A2-D94FD0331C4B}"/>
              </a:ext>
            </a:extLst>
          </p:cNvPr>
          <p:cNvGrpSpPr/>
          <p:nvPr/>
        </p:nvGrpSpPr>
        <p:grpSpPr>
          <a:xfrm>
            <a:off x="7796720" y="3371250"/>
            <a:ext cx="248400" cy="413640"/>
            <a:chOff x="7796720" y="3371250"/>
            <a:chExt cx="248400" cy="4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8A733304-3496-6C74-EDDD-189F497196AA}"/>
                    </a:ext>
                  </a:extLst>
                </p14:cNvPr>
                <p14:cNvContentPartPr/>
                <p14:nvPr/>
              </p14:nvContentPartPr>
              <p14:xfrm>
                <a:off x="7796720" y="3523170"/>
                <a:ext cx="156240" cy="261720"/>
              </p14:xfrm>
            </p:contentPart>
          </mc:Choice>
          <mc:Fallback xmlns=""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8A733304-3496-6C74-EDDD-189F497196A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87720" y="3514170"/>
                  <a:ext cx="1738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2928341A-4EC4-D94C-3CCC-D8C83677D45C}"/>
                    </a:ext>
                  </a:extLst>
                </p14:cNvPr>
                <p14:cNvContentPartPr/>
                <p14:nvPr/>
              </p14:nvContentPartPr>
              <p14:xfrm>
                <a:off x="7886720" y="3371250"/>
                <a:ext cx="158400" cy="15300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2928341A-4EC4-D94C-3CCC-D8C83677D4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77720" y="3362610"/>
                  <a:ext cx="176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3EB95CFF-2507-F2B0-1838-D8D04A3AA2C6}"/>
                    </a:ext>
                  </a:extLst>
                </p14:cNvPr>
                <p14:cNvContentPartPr/>
                <p14:nvPr/>
              </p14:nvContentPartPr>
              <p14:xfrm>
                <a:off x="8032520" y="3390690"/>
                <a:ext cx="360" cy="5004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3EB95CFF-2507-F2B0-1838-D8D04A3AA2C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23520" y="3381690"/>
                  <a:ext cx="1800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10369AD2-A882-C8C8-4410-857BF2576082}"/>
                  </a:ext>
                </a:extLst>
              </p14:cNvPr>
              <p14:cNvContentPartPr/>
              <p14:nvPr/>
            </p14:nvContentPartPr>
            <p14:xfrm>
              <a:off x="6768920" y="4156770"/>
              <a:ext cx="1838880" cy="60120"/>
            </p14:xfrm>
          </p:contentPart>
        </mc:Choice>
        <mc:Fallback xmlns=""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10369AD2-A882-C8C8-4410-857BF257608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759920" y="4147770"/>
                <a:ext cx="1856520" cy="77760"/>
              </a:xfrm>
              <a:prstGeom prst="rect">
                <a:avLst/>
              </a:prstGeom>
            </p:spPr>
          </p:pic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D035D799-BB66-C271-72DF-DC891EC14661}"/>
              </a:ext>
            </a:extLst>
          </p:cNvPr>
          <p:cNvSpPr txBox="1"/>
          <p:nvPr/>
        </p:nvSpPr>
        <p:spPr>
          <a:xfrm>
            <a:off x="8599690" y="4121110"/>
            <a:ext cx="3592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Real</a:t>
            </a:r>
            <a:r>
              <a:rPr lang="ko-KR" altLang="en-US" sz="1200" dirty="0">
                <a:solidFill>
                  <a:srgbClr val="FF0000"/>
                </a:solidFill>
              </a:rPr>
              <a:t>이 </a:t>
            </a:r>
            <a:r>
              <a:rPr lang="en-US" altLang="ko-KR" sz="1200" dirty="0">
                <a:solidFill>
                  <a:srgbClr val="FF0000"/>
                </a:solidFill>
              </a:rPr>
              <a:t>Fake</a:t>
            </a:r>
            <a:r>
              <a:rPr lang="ko-KR" altLang="en-US" sz="1200" dirty="0">
                <a:solidFill>
                  <a:srgbClr val="FF0000"/>
                </a:solidFill>
              </a:rPr>
              <a:t>가 될 확률 </a:t>
            </a:r>
            <a:r>
              <a:rPr lang="en-US" altLang="ko-KR" sz="1200" dirty="0">
                <a:solidFill>
                  <a:srgbClr val="FF0000"/>
                </a:solidFill>
              </a:rPr>
              <a:t>-&gt;0</a:t>
            </a:r>
            <a:r>
              <a:rPr lang="ko-KR" altLang="en-US" sz="1200" dirty="0">
                <a:solidFill>
                  <a:srgbClr val="FF0000"/>
                </a:solidFill>
              </a:rPr>
              <a:t>으로</a:t>
            </a:r>
            <a:r>
              <a:rPr lang="en-US" altLang="ko-KR" sz="1200" dirty="0">
                <a:solidFill>
                  <a:srgbClr val="FF0000"/>
                </a:solidFill>
              </a:rPr>
              <a:t>-&gt;</a:t>
            </a:r>
            <a:r>
              <a:rPr lang="ko-KR" altLang="en-US" sz="1200" dirty="0">
                <a:solidFill>
                  <a:schemeClr val="accent1"/>
                </a:solidFill>
              </a:rPr>
              <a:t>라벨로 가겠지</a:t>
            </a:r>
            <a:r>
              <a:rPr lang="en-US" altLang="ko-KR" sz="1200" dirty="0">
                <a:solidFill>
                  <a:schemeClr val="accent1"/>
                </a:solidFill>
              </a:rPr>
              <a:t>…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D1B086E7-ADE1-5566-D2F4-871F8989BB58}"/>
                  </a:ext>
                </a:extLst>
              </p14:cNvPr>
              <p14:cNvContentPartPr/>
              <p14:nvPr/>
            </p14:nvContentPartPr>
            <p14:xfrm>
              <a:off x="8451920" y="4203570"/>
              <a:ext cx="196560" cy="70200"/>
            </p14:xfrm>
          </p:contentPart>
        </mc:Choice>
        <mc:Fallback xmlns=""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D1B086E7-ADE1-5566-D2F4-871F8989BB5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442920" y="4194570"/>
                <a:ext cx="21420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그룹 68">
            <a:extLst>
              <a:ext uri="{FF2B5EF4-FFF2-40B4-BE49-F238E27FC236}">
                <a16:creationId xmlns:a16="http://schemas.microsoft.com/office/drawing/2014/main" id="{7955256F-B48F-B257-98ED-768DE1937B79}"/>
              </a:ext>
            </a:extLst>
          </p:cNvPr>
          <p:cNvGrpSpPr/>
          <p:nvPr/>
        </p:nvGrpSpPr>
        <p:grpSpPr>
          <a:xfrm>
            <a:off x="6102200" y="4635210"/>
            <a:ext cx="1885680" cy="235800"/>
            <a:chOff x="6102200" y="4635210"/>
            <a:chExt cx="188568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4EF07AEB-4C2F-5B8B-E879-A19A3A6C5426}"/>
                    </a:ext>
                  </a:extLst>
                </p14:cNvPr>
                <p14:cNvContentPartPr/>
                <p14:nvPr/>
              </p14:nvContentPartPr>
              <p14:xfrm>
                <a:off x="6102200" y="4635210"/>
                <a:ext cx="1844640" cy="3888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4EF07AEB-4C2F-5B8B-E879-A19A3A6C542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93200" y="4626570"/>
                  <a:ext cx="1862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5DCB96CD-F584-7734-305B-7AFEA02BCC89}"/>
                    </a:ext>
                  </a:extLst>
                </p14:cNvPr>
                <p14:cNvContentPartPr/>
                <p14:nvPr/>
              </p14:nvContentPartPr>
              <p14:xfrm>
                <a:off x="7727240" y="4679850"/>
                <a:ext cx="260640" cy="19116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5DCB96CD-F584-7734-305B-7AFEA02BCC8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18240" y="4670850"/>
                  <a:ext cx="278280" cy="20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35EC7FD-36CC-5093-012F-EE3FDB0E9CBD}"/>
              </a:ext>
            </a:extLst>
          </p:cNvPr>
          <p:cNvSpPr txBox="1"/>
          <p:nvPr/>
        </p:nvSpPr>
        <p:spPr>
          <a:xfrm>
            <a:off x="7965920" y="4720370"/>
            <a:ext cx="219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Fake</a:t>
            </a:r>
            <a:r>
              <a:rPr lang="ko-KR" altLang="en-US" sz="1200" dirty="0">
                <a:solidFill>
                  <a:srgbClr val="FF0000"/>
                </a:solidFill>
              </a:rPr>
              <a:t>가 </a:t>
            </a:r>
            <a:r>
              <a:rPr lang="en-US" altLang="ko-KR" sz="1200" dirty="0">
                <a:solidFill>
                  <a:srgbClr val="FF0000"/>
                </a:solidFill>
              </a:rPr>
              <a:t>fake</a:t>
            </a:r>
            <a:r>
              <a:rPr lang="ko-KR" altLang="en-US" sz="1200" dirty="0">
                <a:solidFill>
                  <a:srgbClr val="FF0000"/>
                </a:solidFill>
              </a:rPr>
              <a:t>가 될 확률 </a:t>
            </a:r>
            <a:r>
              <a:rPr lang="en-US" altLang="ko-KR" sz="1200" dirty="0">
                <a:solidFill>
                  <a:srgbClr val="FF0000"/>
                </a:solidFill>
              </a:rPr>
              <a:t>-&gt;1</a:t>
            </a:r>
            <a:r>
              <a:rPr lang="ko-KR" altLang="en-US" sz="1200" dirty="0">
                <a:solidFill>
                  <a:srgbClr val="FF0000"/>
                </a:solidFill>
              </a:rPr>
              <a:t>로</a:t>
            </a:r>
          </a:p>
        </p:txBody>
      </p:sp>
    </p:spTree>
    <p:extLst>
      <p:ext uri="{BB962C8B-B14F-4D97-AF65-F5344CB8AC3E}">
        <p14:creationId xmlns:p14="http://schemas.microsoft.com/office/powerpoint/2010/main" val="2106688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3F8598-6719-8FFB-84D0-86A0B175A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10" y="4173472"/>
            <a:ext cx="3262273" cy="2627096"/>
          </a:xfrm>
          <a:prstGeom prst="rect">
            <a:avLst/>
          </a:prstGeom>
        </p:spPr>
      </p:pic>
      <p:pic>
        <p:nvPicPr>
          <p:cNvPr id="11" name="내용 개체 틀 10" descr="텍스트, 폰트, 화이트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70AC91-0D77-5630-C7B2-8A39BB26D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98" y="934436"/>
            <a:ext cx="10515600" cy="1326291"/>
          </a:xfrm>
        </p:spPr>
      </p:pic>
      <p:pic>
        <p:nvPicPr>
          <p:cNvPr id="13" name="그림 12" descr="텍스트, 폰트, 화이트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685E57-3FD1-B471-8790-7D8C957D0A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93" y="3158065"/>
            <a:ext cx="6202907" cy="1562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9FD1F79A-958E-B38F-AEC4-97CD8D3C78CE}"/>
                  </a:ext>
                </a:extLst>
              </p14:cNvPr>
              <p14:cNvContentPartPr/>
              <p14:nvPr/>
            </p14:nvContentPartPr>
            <p14:xfrm>
              <a:off x="2647467" y="1364271"/>
              <a:ext cx="920880" cy="2088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9FD1F79A-958E-B38F-AEC4-97CD8D3C78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38467" y="1355631"/>
                <a:ext cx="938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470EF431-D638-4F65-6106-3B6909E8DA19}"/>
                  </a:ext>
                </a:extLst>
              </p14:cNvPr>
              <p14:cNvContentPartPr/>
              <p14:nvPr/>
            </p14:nvContentPartPr>
            <p14:xfrm>
              <a:off x="3992067" y="1357431"/>
              <a:ext cx="1121400" cy="2124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470EF431-D638-4F65-6106-3B6909E8DA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83067" y="1348791"/>
                <a:ext cx="11390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96366EBB-BDC6-61DC-D292-654DBF96367E}"/>
                  </a:ext>
                </a:extLst>
              </p14:cNvPr>
              <p14:cNvContentPartPr/>
              <p14:nvPr/>
            </p14:nvContentPartPr>
            <p14:xfrm>
              <a:off x="846027" y="2265351"/>
              <a:ext cx="1105200" cy="792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96366EBB-BDC6-61DC-D292-654DBF96367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7027" y="2256351"/>
                <a:ext cx="11228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418B6491-AB0F-4FD2-B4E0-3D919900BBCC}"/>
                  </a:ext>
                </a:extLst>
              </p14:cNvPr>
              <p14:cNvContentPartPr/>
              <p14:nvPr/>
            </p14:nvContentPartPr>
            <p14:xfrm>
              <a:off x="811827" y="1773951"/>
              <a:ext cx="872640" cy="756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418B6491-AB0F-4FD2-B4E0-3D919900BB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3187" y="1765311"/>
                <a:ext cx="8902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D7386182-2228-8E38-0FB8-FC0D76A5BA01}"/>
                  </a:ext>
                </a:extLst>
              </p14:cNvPr>
              <p14:cNvContentPartPr/>
              <p14:nvPr/>
            </p14:nvContentPartPr>
            <p14:xfrm>
              <a:off x="2177307" y="1523751"/>
              <a:ext cx="132480" cy="13212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D7386182-2228-8E38-0FB8-FC0D76A5BA0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68307" y="1514751"/>
                <a:ext cx="1501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64761781-85EB-92C4-332C-CFEF320CC3B8}"/>
                  </a:ext>
                </a:extLst>
              </p14:cNvPr>
              <p14:cNvContentPartPr/>
              <p14:nvPr/>
            </p14:nvContentPartPr>
            <p14:xfrm>
              <a:off x="1517240" y="1308090"/>
              <a:ext cx="361440" cy="684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64761781-85EB-92C4-332C-CFEF320CC3B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08600" y="1299090"/>
                <a:ext cx="3790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55EC0E6E-CC46-B5DE-5794-97B16C616730}"/>
                  </a:ext>
                </a:extLst>
              </p14:cNvPr>
              <p14:cNvContentPartPr/>
              <p14:nvPr/>
            </p14:nvContentPartPr>
            <p14:xfrm>
              <a:off x="4152440" y="1720290"/>
              <a:ext cx="2139840" cy="3888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55EC0E6E-CC46-B5DE-5794-97B16C61673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143800" y="1711650"/>
                <a:ext cx="21574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5C463C35-54F9-26E7-C0AD-A881832EAE5B}"/>
                  </a:ext>
                </a:extLst>
              </p14:cNvPr>
              <p14:cNvContentPartPr/>
              <p14:nvPr/>
            </p14:nvContentPartPr>
            <p14:xfrm>
              <a:off x="5645000" y="1216290"/>
              <a:ext cx="270000" cy="21276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5C463C35-54F9-26E7-C0AD-A881832EAE5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36000" y="1207290"/>
                <a:ext cx="287640" cy="2304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79544B69-F5F5-5778-9AC0-56B89007EFE5}"/>
              </a:ext>
            </a:extLst>
          </p:cNvPr>
          <p:cNvSpPr txBox="1"/>
          <p:nvPr/>
        </p:nvSpPr>
        <p:spPr>
          <a:xfrm>
            <a:off x="5829705" y="1019586"/>
            <a:ext cx="4528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Fake</a:t>
            </a:r>
            <a:r>
              <a:rPr lang="ko-KR" altLang="en-US" sz="1400" dirty="0">
                <a:solidFill>
                  <a:srgbClr val="FF0000"/>
                </a:solidFill>
              </a:rPr>
              <a:t>가 </a:t>
            </a:r>
            <a:r>
              <a:rPr lang="en-US" altLang="ko-KR" sz="1400" dirty="0">
                <a:solidFill>
                  <a:srgbClr val="FF0000"/>
                </a:solidFill>
              </a:rPr>
              <a:t>real</a:t>
            </a:r>
            <a:r>
              <a:rPr lang="ko-KR" altLang="en-US" sz="1400" dirty="0">
                <a:solidFill>
                  <a:srgbClr val="FF0000"/>
                </a:solidFill>
              </a:rPr>
              <a:t>로 </a:t>
            </a:r>
            <a:r>
              <a:rPr lang="ko-KR" altLang="en-US" sz="1400" dirty="0" err="1">
                <a:solidFill>
                  <a:srgbClr val="FF0000"/>
                </a:solidFill>
              </a:rPr>
              <a:t>속일수</a:t>
            </a:r>
            <a:r>
              <a:rPr lang="ko-KR" altLang="en-US" sz="1400" dirty="0">
                <a:solidFill>
                  <a:srgbClr val="FF0000"/>
                </a:solidFill>
              </a:rPr>
              <a:t> 있게</a:t>
            </a:r>
            <a:r>
              <a:rPr lang="en-US" altLang="ko-KR" sz="1400" dirty="0">
                <a:solidFill>
                  <a:srgbClr val="FF0000"/>
                </a:solidFill>
              </a:rPr>
              <a:t>-&gt;0</a:t>
            </a:r>
            <a:r>
              <a:rPr lang="ko-KR" altLang="en-US" sz="1400" dirty="0">
                <a:solidFill>
                  <a:srgbClr val="FF0000"/>
                </a:solidFill>
              </a:rPr>
              <a:t>으로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328E0D-D009-5681-7A63-AA4E1722B3AB}"/>
              </a:ext>
            </a:extLst>
          </p:cNvPr>
          <p:cNvSpPr txBox="1"/>
          <p:nvPr/>
        </p:nvSpPr>
        <p:spPr>
          <a:xfrm>
            <a:off x="3194050" y="2195189"/>
            <a:ext cx="647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벡터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7212ED-A197-9C5A-AA27-2653B9D585EB}"/>
              </a:ext>
            </a:extLst>
          </p:cNvPr>
          <p:cNvSpPr txBox="1"/>
          <p:nvPr/>
        </p:nvSpPr>
        <p:spPr>
          <a:xfrm>
            <a:off x="5113467" y="2156264"/>
            <a:ext cx="679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벡터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BB1D2F0A-8EFB-17FF-A038-B6FD3C578271}"/>
                  </a:ext>
                </a:extLst>
              </p14:cNvPr>
              <p14:cNvContentPartPr/>
              <p14:nvPr/>
            </p14:nvContentPartPr>
            <p14:xfrm>
              <a:off x="2298080" y="1795170"/>
              <a:ext cx="180720" cy="48240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BB1D2F0A-8EFB-17FF-A038-B6FD3C57827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89080" y="1786170"/>
                <a:ext cx="19836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03B3C314-C9DE-C0E7-5892-761E36D0CAF3}"/>
                  </a:ext>
                </a:extLst>
              </p14:cNvPr>
              <p14:cNvContentPartPr/>
              <p14:nvPr/>
            </p14:nvContentPartPr>
            <p14:xfrm>
              <a:off x="6025520" y="1788690"/>
              <a:ext cx="288720" cy="504000"/>
            </p14:xfrm>
          </p:contentPart>
        </mc:Choice>
        <mc:Fallback xmlns=""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03B3C314-C9DE-C0E7-5892-761E36D0CAF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16520" y="1779690"/>
                <a:ext cx="306360" cy="52164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0D50CF9-3672-AA02-8BBD-68A4AC546082}"/>
              </a:ext>
            </a:extLst>
          </p:cNvPr>
          <p:cNvSpPr txBox="1"/>
          <p:nvPr/>
        </p:nvSpPr>
        <p:spPr>
          <a:xfrm>
            <a:off x="2955410" y="2352891"/>
            <a:ext cx="4686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C000"/>
                </a:solidFill>
              </a:rPr>
              <a:t>L2-norm -&gt; </a:t>
            </a:r>
            <a:r>
              <a:rPr lang="ko-KR" altLang="en-US" sz="1200" dirty="0">
                <a:solidFill>
                  <a:srgbClr val="FFC000"/>
                </a:solidFill>
              </a:rPr>
              <a:t>두 벡터사이의 유클리드 거리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6726B899-1FC6-9AFA-FD51-3103C072B329}"/>
                  </a:ext>
                </a:extLst>
              </p14:cNvPr>
              <p14:cNvContentPartPr/>
              <p14:nvPr/>
            </p14:nvContentPartPr>
            <p14:xfrm>
              <a:off x="5803760" y="2209530"/>
              <a:ext cx="418680" cy="232920"/>
            </p14:xfrm>
          </p:contentPart>
        </mc:Choice>
        <mc:Fallback xmlns=""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6726B899-1FC6-9AFA-FD51-3103C072B32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95120" y="2200890"/>
                <a:ext cx="4363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8F4B0E46-E050-7DF1-62D7-7510169FFD44}"/>
                  </a:ext>
                </a:extLst>
              </p14:cNvPr>
              <p14:cNvContentPartPr/>
              <p14:nvPr/>
            </p14:nvContentPartPr>
            <p14:xfrm>
              <a:off x="6133880" y="2349930"/>
              <a:ext cx="90720" cy="10980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8F4B0E46-E050-7DF1-62D7-7510169FFD4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124880" y="2341290"/>
                <a:ext cx="108360" cy="12744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1DA8FE5A-BC38-6DD8-534C-D9E6421C9E8E}"/>
              </a:ext>
            </a:extLst>
          </p:cNvPr>
          <p:cNvSpPr txBox="1"/>
          <p:nvPr/>
        </p:nvSpPr>
        <p:spPr>
          <a:xfrm>
            <a:off x="6279146" y="2393094"/>
            <a:ext cx="3578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7030A0"/>
                </a:solidFill>
              </a:rPr>
              <a:t> f(x) = </a:t>
            </a:r>
            <a:r>
              <a:rPr lang="ko-KR" altLang="en-US" sz="1200" dirty="0">
                <a:solidFill>
                  <a:srgbClr val="7030A0"/>
                </a:solidFill>
              </a:rPr>
              <a:t>진짜 데이터의 평균</a:t>
            </a:r>
            <a:endParaRPr lang="en-US" altLang="ko-KR" sz="1200" dirty="0">
              <a:solidFill>
                <a:srgbClr val="7030A0"/>
              </a:solidFill>
            </a:endParaRPr>
          </a:p>
          <a:p>
            <a:r>
              <a:rPr lang="en-US" altLang="ko-KR" sz="1200" dirty="0">
                <a:solidFill>
                  <a:srgbClr val="7030A0"/>
                </a:solidFill>
              </a:rPr>
              <a:t> f(G(z)) = </a:t>
            </a:r>
            <a:r>
              <a:rPr lang="ko-KR" altLang="en-US" sz="1200" dirty="0">
                <a:solidFill>
                  <a:srgbClr val="7030A0"/>
                </a:solidFill>
              </a:rPr>
              <a:t>가짜데이터의 평균</a:t>
            </a:r>
            <a:endParaRPr lang="en-US" altLang="ko-KR" sz="1200" dirty="0">
              <a:solidFill>
                <a:srgbClr val="7030A0"/>
              </a:solidFill>
            </a:endParaRPr>
          </a:p>
          <a:p>
            <a:endParaRPr lang="en-US" altLang="ko-KR" sz="1200" dirty="0">
              <a:solidFill>
                <a:srgbClr val="7030A0"/>
              </a:solidFill>
            </a:endParaRPr>
          </a:p>
          <a:p>
            <a:r>
              <a:rPr lang="ko-KR" altLang="en-US" sz="1200" dirty="0">
                <a:solidFill>
                  <a:srgbClr val="7030A0"/>
                </a:solidFill>
              </a:rPr>
              <a:t>이게 작아지면 </a:t>
            </a:r>
            <a:r>
              <a:rPr lang="en-US" altLang="ko-KR" sz="1200" dirty="0">
                <a:solidFill>
                  <a:srgbClr val="7030A0"/>
                </a:solidFill>
              </a:rPr>
              <a:t>f(x)=f(G(z)) -&gt;mode collapse </a:t>
            </a:r>
            <a:r>
              <a:rPr lang="ko-KR" altLang="en-US" sz="1200" dirty="0">
                <a:solidFill>
                  <a:srgbClr val="7030A0"/>
                </a:solidFill>
              </a:rPr>
              <a:t>감소</a:t>
            </a:r>
            <a:endParaRPr lang="en-US" altLang="ko-KR" sz="1200" dirty="0">
              <a:solidFill>
                <a:srgbClr val="7030A0"/>
              </a:solidFill>
            </a:endParaRPr>
          </a:p>
          <a:p>
            <a:endParaRPr lang="en-US" altLang="ko-KR" sz="1200" dirty="0">
              <a:solidFill>
                <a:srgbClr val="7030A0"/>
              </a:solidFill>
            </a:endParaRPr>
          </a:p>
          <a:p>
            <a:endParaRPr lang="ko-KR" altLang="en-US" sz="1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264C5BDD-FE03-CE66-C2B9-9A7B8A6C1470}"/>
                  </a:ext>
                </a:extLst>
              </p14:cNvPr>
              <p14:cNvContentPartPr/>
              <p14:nvPr/>
            </p14:nvContentPartPr>
            <p14:xfrm>
              <a:off x="6755960" y="2177850"/>
              <a:ext cx="3517920" cy="72000"/>
            </p14:xfrm>
          </p:contentPart>
        </mc:Choice>
        <mc:Fallback xmlns=""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264C5BDD-FE03-CE66-C2B9-9A7B8A6C147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747320" y="2169210"/>
                <a:ext cx="35355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995D2EFB-41F4-9128-0819-A5C7CAB17F64}"/>
                  </a:ext>
                </a:extLst>
              </p14:cNvPr>
              <p14:cNvContentPartPr/>
              <p14:nvPr/>
            </p14:nvContentPartPr>
            <p14:xfrm>
              <a:off x="7586840" y="2260650"/>
              <a:ext cx="7920" cy="15840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995D2EFB-41F4-9128-0819-A5C7CAB17F6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578200" y="2251650"/>
                <a:ext cx="25560" cy="17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그룹 49">
            <a:extLst>
              <a:ext uri="{FF2B5EF4-FFF2-40B4-BE49-F238E27FC236}">
                <a16:creationId xmlns:a16="http://schemas.microsoft.com/office/drawing/2014/main" id="{7E74AEDD-D0C8-ED02-A0ED-B9BBB4DA1274}"/>
              </a:ext>
            </a:extLst>
          </p:cNvPr>
          <p:cNvGrpSpPr/>
          <p:nvPr/>
        </p:nvGrpSpPr>
        <p:grpSpPr>
          <a:xfrm>
            <a:off x="5892680" y="3320850"/>
            <a:ext cx="833040" cy="1101960"/>
            <a:chOff x="5892680" y="3320850"/>
            <a:chExt cx="833040" cy="11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DC28D58E-5B09-C947-151D-497BFCFD89D5}"/>
                    </a:ext>
                  </a:extLst>
                </p14:cNvPr>
                <p14:cNvContentPartPr/>
                <p14:nvPr/>
              </p14:nvContentPartPr>
              <p14:xfrm>
                <a:off x="5892680" y="3320850"/>
                <a:ext cx="833040" cy="110196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DC28D58E-5B09-C947-151D-497BFCFD89D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883680" y="3311850"/>
                  <a:ext cx="850680" cy="11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E5FCB6BD-154C-1EEB-EE0C-93381A92136E}"/>
                    </a:ext>
                  </a:extLst>
                </p14:cNvPr>
                <p14:cNvContentPartPr/>
                <p14:nvPr/>
              </p14:nvContentPartPr>
              <p14:xfrm>
                <a:off x="6267080" y="3564210"/>
                <a:ext cx="382680" cy="19548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E5FCB6BD-154C-1EEB-EE0C-93381A92136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58440" y="3555210"/>
                  <a:ext cx="4003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F4643A83-9547-15EA-0B7D-8BBBDC42A013}"/>
                    </a:ext>
                  </a:extLst>
                </p14:cNvPr>
                <p14:cNvContentPartPr/>
                <p14:nvPr/>
              </p14:nvContentPartPr>
              <p14:xfrm>
                <a:off x="6560120" y="3542970"/>
                <a:ext cx="95040" cy="36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F4643A83-9547-15EA-0B7D-8BBBDC42A01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551120" y="3534330"/>
                  <a:ext cx="11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E2BAC889-5100-8F7D-8A54-F0DB3AB1AD0A}"/>
                    </a:ext>
                  </a:extLst>
                </p14:cNvPr>
                <p14:cNvContentPartPr/>
                <p14:nvPr/>
              </p14:nvContentPartPr>
              <p14:xfrm>
                <a:off x="6667400" y="3562410"/>
                <a:ext cx="360" cy="12024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E2BAC889-5100-8F7D-8A54-F0DB3AB1AD0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658400" y="3553410"/>
                  <a:ext cx="18000" cy="137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C16624C-A996-DE26-C020-2050AA00CDA1}"/>
              </a:ext>
            </a:extLst>
          </p:cNvPr>
          <p:cNvSpPr txBox="1"/>
          <p:nvPr/>
        </p:nvSpPr>
        <p:spPr>
          <a:xfrm>
            <a:off x="6780266" y="3390358"/>
            <a:ext cx="502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7030A0"/>
                </a:solidFill>
              </a:rPr>
              <a:t>Feature matching -&gt; mode collapse </a:t>
            </a:r>
            <a:r>
              <a:rPr lang="ko-KR" altLang="en-US" sz="1400" dirty="0">
                <a:solidFill>
                  <a:srgbClr val="7030A0"/>
                </a:solidFill>
              </a:rPr>
              <a:t>방지 </a:t>
            </a:r>
            <a:r>
              <a:rPr lang="en-US" altLang="ko-KR" sz="1400" dirty="0">
                <a:solidFill>
                  <a:srgbClr val="7030A0"/>
                </a:solidFill>
              </a:rPr>
              <a:t>+ </a:t>
            </a:r>
            <a:r>
              <a:rPr lang="ko-KR" altLang="en-US" sz="1400" dirty="0">
                <a:solidFill>
                  <a:srgbClr val="7030A0"/>
                </a:solidFill>
              </a:rPr>
              <a:t>안정적 학습</a:t>
            </a:r>
            <a:endParaRPr lang="en-US" altLang="ko-KR" sz="1400" dirty="0">
              <a:solidFill>
                <a:srgbClr val="7030A0"/>
              </a:solidFill>
            </a:endParaRPr>
          </a:p>
          <a:p>
            <a:endParaRPr lang="en-US" altLang="ko-KR" sz="1400" dirty="0">
              <a:solidFill>
                <a:srgbClr val="7030A0"/>
              </a:solidFill>
            </a:endParaRPr>
          </a:p>
          <a:p>
            <a:r>
              <a:rPr lang="en-US" altLang="ko-KR" sz="1400" dirty="0">
                <a:solidFill>
                  <a:srgbClr val="7030A0"/>
                </a:solidFill>
              </a:rPr>
              <a:t>G</a:t>
            </a:r>
            <a:r>
              <a:rPr lang="ko-KR" altLang="en-US" sz="1400" dirty="0">
                <a:solidFill>
                  <a:srgbClr val="7030A0"/>
                </a:solidFill>
              </a:rPr>
              <a:t>는 진짜 데이터의 통계와 비슷하게 데이터 생성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233C5709-AE6F-401A-E013-C907704C06A1}"/>
                  </a:ext>
                </a:extLst>
              </p14:cNvPr>
              <p14:cNvContentPartPr/>
              <p14:nvPr/>
            </p14:nvContentPartPr>
            <p14:xfrm>
              <a:off x="10102880" y="5956050"/>
              <a:ext cx="360" cy="360"/>
            </p14:xfrm>
          </p:contentPart>
        </mc:Choice>
        <mc:Fallback xmlns=""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233C5709-AE6F-401A-E013-C907704C06A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066880" y="592005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E8294A88-AAE9-1E83-1D74-7CDF3F9AE6F3}"/>
                  </a:ext>
                </a:extLst>
              </p14:cNvPr>
              <p14:cNvContentPartPr/>
              <p14:nvPr/>
            </p14:nvContentPartPr>
            <p14:xfrm>
              <a:off x="10166240" y="5790810"/>
              <a:ext cx="520560" cy="14040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E8294A88-AAE9-1E83-1D74-7CDF3F9AE6F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157240" y="5782170"/>
                <a:ext cx="538200" cy="158040"/>
              </a:xfrm>
              <a:prstGeom prst="rect">
                <a:avLst/>
              </a:prstGeom>
            </p:spPr>
          </p:pic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B4FD0909-E668-6F15-BBAB-F508CD369968}"/>
              </a:ext>
            </a:extLst>
          </p:cNvPr>
          <p:cNvSpPr txBox="1"/>
          <p:nvPr/>
        </p:nvSpPr>
        <p:spPr>
          <a:xfrm>
            <a:off x="10656920" y="5559977"/>
            <a:ext cx="893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Real </a:t>
            </a:r>
            <a:r>
              <a:rPr lang="en-US" altLang="ko-KR" sz="1200">
                <a:solidFill>
                  <a:srgbClr val="FF0000"/>
                </a:solidFill>
              </a:rPr>
              <a:t>data </a:t>
            </a:r>
            <a:r>
              <a:rPr lang="ko-KR" altLang="en-US" sz="1200" dirty="0">
                <a:solidFill>
                  <a:srgbClr val="FF0000"/>
                </a:solidFill>
              </a:rPr>
              <a:t>평균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3352FC1D-96EF-77EF-0ECA-6A82E372D77A}"/>
                  </a:ext>
                </a:extLst>
              </p14:cNvPr>
              <p14:cNvContentPartPr/>
              <p14:nvPr/>
            </p14:nvContentPartPr>
            <p14:xfrm>
              <a:off x="7093640" y="5981610"/>
              <a:ext cx="1868040" cy="654480"/>
            </p14:xfrm>
          </p:contentPart>
        </mc:Choice>
        <mc:Fallback xmlns=""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3352FC1D-96EF-77EF-0ECA-6A82E372D77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085000" y="5972610"/>
                <a:ext cx="1885680" cy="6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42CDD6E8-0EAB-4FFC-716E-1601148174FE}"/>
                  </a:ext>
                </a:extLst>
              </p14:cNvPr>
              <p14:cNvContentPartPr/>
              <p14:nvPr/>
            </p14:nvContentPartPr>
            <p14:xfrm>
              <a:off x="7008320" y="6559410"/>
              <a:ext cx="154440" cy="156960"/>
            </p14:xfrm>
          </p:contentPart>
        </mc:Choice>
        <mc:Fallback xmlns=""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42CDD6E8-0EAB-4FFC-716E-1601148174F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999680" y="6550410"/>
                <a:ext cx="172080" cy="17460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0C73A917-65F9-1856-BA08-4DB5CDF0F709}"/>
              </a:ext>
            </a:extLst>
          </p:cNvPr>
          <p:cNvSpPr txBox="1"/>
          <p:nvPr/>
        </p:nvSpPr>
        <p:spPr>
          <a:xfrm>
            <a:off x="4077585" y="6523569"/>
            <a:ext cx="3504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accent3"/>
                </a:solidFill>
              </a:rPr>
              <a:t>Mode collapse =D</a:t>
            </a:r>
            <a:r>
              <a:rPr lang="ko-KR" altLang="en-US" sz="1200" dirty="0">
                <a:solidFill>
                  <a:schemeClr val="accent3"/>
                </a:solidFill>
              </a:rPr>
              <a:t> </a:t>
            </a:r>
            <a:r>
              <a:rPr lang="ko-KR" altLang="en-US" sz="1200" dirty="0" err="1">
                <a:solidFill>
                  <a:schemeClr val="accent3"/>
                </a:solidFill>
              </a:rPr>
              <a:t>잘속이는</a:t>
            </a:r>
            <a:r>
              <a:rPr lang="ko-KR" altLang="en-US" sz="1200" dirty="0">
                <a:solidFill>
                  <a:schemeClr val="accent3"/>
                </a:solidFill>
              </a:rPr>
              <a:t> </a:t>
            </a:r>
            <a:r>
              <a:rPr lang="ko-KR" altLang="en-US" sz="1200" dirty="0" err="1">
                <a:solidFill>
                  <a:schemeClr val="accent3"/>
                </a:solidFill>
              </a:rPr>
              <a:t>꼼수쓰는중</a:t>
            </a:r>
            <a:endParaRPr lang="ko-KR" altLang="en-US" sz="1200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1" name="잉크 60">
                <a:extLst>
                  <a:ext uri="{FF2B5EF4-FFF2-40B4-BE49-F238E27FC236}">
                    <a16:creationId xmlns:a16="http://schemas.microsoft.com/office/drawing/2014/main" id="{2A2C3957-2513-1E38-7104-C0D53DBC1DEA}"/>
                  </a:ext>
                </a:extLst>
              </p14:cNvPr>
              <p14:cNvContentPartPr/>
              <p14:nvPr/>
            </p14:nvContentPartPr>
            <p14:xfrm>
              <a:off x="8470640" y="5936970"/>
              <a:ext cx="360" cy="360"/>
            </p14:xfrm>
          </p:contentPart>
        </mc:Choice>
        <mc:Fallback xmlns="">
          <p:pic>
            <p:nvPicPr>
              <p:cNvPr id="61" name="잉크 60">
                <a:extLst>
                  <a:ext uri="{FF2B5EF4-FFF2-40B4-BE49-F238E27FC236}">
                    <a16:creationId xmlns:a16="http://schemas.microsoft.com/office/drawing/2014/main" id="{2A2C3957-2513-1E38-7104-C0D53DBC1DE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435000" y="590133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6AC90181-5D5E-3A21-4E47-38DC39000F7C}"/>
                  </a:ext>
                </a:extLst>
              </p14:cNvPr>
              <p14:cNvContentPartPr/>
              <p14:nvPr/>
            </p14:nvContentPartPr>
            <p14:xfrm>
              <a:off x="8108840" y="5943450"/>
              <a:ext cx="360" cy="360"/>
            </p14:xfrm>
          </p:contentPart>
        </mc:Choice>
        <mc:Fallback xmlns=""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6AC90181-5D5E-3A21-4E47-38DC39000F7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090840" y="592545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825B9A7E-DDF4-BA0E-66A9-6C0F410D5889}"/>
                  </a:ext>
                </a:extLst>
              </p14:cNvPr>
              <p14:cNvContentPartPr/>
              <p14:nvPr/>
            </p14:nvContentPartPr>
            <p14:xfrm>
              <a:off x="8483600" y="5606850"/>
              <a:ext cx="360" cy="360"/>
            </p14:xfrm>
          </p:contentPart>
        </mc:Choice>
        <mc:Fallback xmlns=""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825B9A7E-DDF4-BA0E-66A9-6C0F410D588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465600" y="558885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0E41F247-3842-687A-426B-593BB482A331}"/>
                  </a:ext>
                </a:extLst>
              </p14:cNvPr>
              <p14:cNvContentPartPr/>
              <p14:nvPr/>
            </p14:nvContentPartPr>
            <p14:xfrm>
              <a:off x="8477120" y="6260970"/>
              <a:ext cx="360" cy="360"/>
            </p14:xfrm>
          </p:contentPart>
        </mc:Choice>
        <mc:Fallback xmlns=""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0E41F247-3842-687A-426B-593BB482A33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459480" y="624297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그룹 67">
            <a:extLst>
              <a:ext uri="{FF2B5EF4-FFF2-40B4-BE49-F238E27FC236}">
                <a16:creationId xmlns:a16="http://schemas.microsoft.com/office/drawing/2014/main" id="{8831EF57-2FA6-DD51-E53C-EB16808CB1BA}"/>
              </a:ext>
            </a:extLst>
          </p:cNvPr>
          <p:cNvGrpSpPr/>
          <p:nvPr/>
        </p:nvGrpSpPr>
        <p:grpSpPr>
          <a:xfrm>
            <a:off x="7355720" y="5727450"/>
            <a:ext cx="569160" cy="203760"/>
            <a:chOff x="7355720" y="5727450"/>
            <a:chExt cx="56916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90170525-ADB5-33B2-7E44-2CAB4555A72D}"/>
                    </a:ext>
                  </a:extLst>
                </p14:cNvPr>
                <p14:cNvContentPartPr/>
                <p14:nvPr/>
              </p14:nvContentPartPr>
              <p14:xfrm>
                <a:off x="7423760" y="5790450"/>
                <a:ext cx="501120" cy="140760"/>
              </p14:xfrm>
            </p:contentPart>
          </mc:Choice>
          <mc:Fallback xmlns=""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90170525-ADB5-33B2-7E44-2CAB4555A7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15120" y="5781810"/>
                  <a:ext cx="5187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A4701688-9327-5989-6EB0-0F1464976186}"/>
                    </a:ext>
                  </a:extLst>
                </p14:cNvPr>
                <p14:cNvContentPartPr/>
                <p14:nvPr/>
              </p14:nvContentPartPr>
              <p14:xfrm>
                <a:off x="7355720" y="5727450"/>
                <a:ext cx="143640" cy="16020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A4701688-9327-5989-6EB0-0F146497618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47080" y="5718810"/>
                  <a:ext cx="161280" cy="177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1120D43B-B518-CE7D-47A6-1541D406B392}"/>
              </a:ext>
            </a:extLst>
          </p:cNvPr>
          <p:cNvSpPr txBox="1"/>
          <p:nvPr/>
        </p:nvSpPr>
        <p:spPr>
          <a:xfrm>
            <a:off x="3511588" y="5414657"/>
            <a:ext cx="4363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Real</a:t>
            </a:r>
            <a:r>
              <a:rPr lang="ko-KR" altLang="en-US" sz="1400" dirty="0"/>
              <a:t> </a:t>
            </a:r>
            <a:r>
              <a:rPr lang="en-US" altLang="ko-KR" sz="1400" dirty="0"/>
              <a:t>data</a:t>
            </a:r>
            <a:r>
              <a:rPr lang="ko-KR" altLang="en-US" sz="1400" dirty="0"/>
              <a:t>의 평균 때문에 </a:t>
            </a:r>
            <a:r>
              <a:rPr lang="ko-KR" altLang="en-US" sz="1400"/>
              <a:t>다양한 검은 점을 </a:t>
            </a:r>
            <a:r>
              <a:rPr lang="en-US" altLang="ko-KR" sz="1400" dirty="0"/>
              <a:t>G</a:t>
            </a:r>
            <a:r>
              <a:rPr lang="ko-KR" altLang="en-US" sz="1400" dirty="0"/>
              <a:t>가 생성</a:t>
            </a:r>
            <a:endParaRPr lang="en-US" altLang="ko-KR" sz="1400" dirty="0"/>
          </a:p>
          <a:p>
            <a:r>
              <a:rPr lang="en-US" altLang="ko-KR" sz="1400" dirty="0"/>
              <a:t>-&gt;mode collapse </a:t>
            </a:r>
            <a:r>
              <a:rPr lang="ko-KR" altLang="en-US" sz="1400" dirty="0"/>
              <a:t>탈출</a:t>
            </a:r>
          </a:p>
        </p:txBody>
      </p:sp>
    </p:spTree>
    <p:extLst>
      <p:ext uri="{BB962C8B-B14F-4D97-AF65-F5344CB8AC3E}">
        <p14:creationId xmlns:p14="http://schemas.microsoft.com/office/powerpoint/2010/main" val="11033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439</Words>
  <Application>Microsoft Office PowerPoint</Application>
  <PresentationFormat>와이드스크린</PresentationFormat>
  <Paragraphs>96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Office 테마</vt:lpstr>
      <vt:lpstr>Deep Learning 42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19</cp:revision>
  <dcterms:created xsi:type="dcterms:W3CDTF">2025-12-29T17:07:03Z</dcterms:created>
  <dcterms:modified xsi:type="dcterms:W3CDTF">2026-01-02T14:51:38Z</dcterms:modified>
</cp:coreProperties>
</file>