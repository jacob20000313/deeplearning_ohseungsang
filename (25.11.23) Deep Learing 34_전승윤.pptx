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9:14:10.146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57,'0'-1,"1"0,-1 0,1 0,-1 0,1 1,-1-1,1 0,0 0,-1 1,1-1,0 0,0 1,-1-1,1 1,0-1,0 1,0-1,0 1,0 0,0-1,0 1,1 0,29-9,-19 6,12-2,0 0,42-3,-11 2,14 0,133 6,-85 2,10-4,134 5,-204 5,-38-4,1-1,25 0,184 14,1918-19,-1101 4,-947 9,-40-3,-3-1,-19-3,47 1,25-7,152 5,-204 5,-37-4,-1-1,26 0,23-2,76-3,-91-7,17-1,-48 9,0-2,0 0,24-7,-25 4,0 2,0 0,34 0,-38 4,-2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9:14:14.106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90,'0'-1,"1"0,-1 0,1 0,-1 0,1 0,-1 1,1-1,0 0,0 0,-1 1,1-1,0 0,0 1,0-1,0 1,0-1,0 1,0-1,0 1,0 0,0-1,0 1,0 0,0 0,0 0,0 0,2 0,35-3,-34 3,630-1,-311 3,-183 16,-86-19,-17 1,-1 0,67 11,-55-5,0-2,1-2,59-5,-8 1,1487 2,-1410-19,-135 20,-15 0,0-1,0-1,51-9,-52 5,0 2,1 1,0 1,37 4,-26-1,46-4,-60-2,1 0,-1-2,36-14,-27 8,-3 5,1 1,-1 1,1 2,34 0,376 2,-211 2,-216 0,1 1,0 0,-1 1,23 7,-23-5,1-1,0-1,-1 0,26 1,-23-5,-2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9:14:18.98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 3,'0'0,"1"1,-1-1,0 0,0 0,0 0,0 0,0 1,0-1,0 0,0 0,1 0,-1 0,0 1,0-1,0 0,0 0,0 0,0 1,0-1,0 0,0 0,0 0,0 1,0-1,0 0,-1 0,1 0,0 0,0 1,0-1,0 0,0 0,0 0,0 0,0 1,-1-1,1 0,0 0,0 0,0 0,0 0,-1 0,1 0,0 1,0-1,0 0,-1 0,21 8,34-4,0-1,85-9,-78-2,-35 4,46-1,71 3,120 5,-203 5,-34-4,47 1,-28-6,-32-1,0 1,-1 0,1 1,0 1,0 0,-1 1,1 0,0 1,-1 0,0 1,13 6,-18-7,-1 0,1-1,0 1,0-1,1 0,-1-1,0 0,13 1,67-5,-36 1,74 4,120-4,-184-6,-35 3,46 0,-16 6,-23 1,-1-2,0-1,1-1,36-8,-37 4,1 2,1 2,-1 1,45 4,4 0,800-3,-868 1,0 2,-1 0,1 0,-1 1,0 1,0 0,-1 1,21 13,39 15,-52-28,1 0,1-1,-1-1,39 1,91-6,-57-1,1299 2,-1378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16:28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24575,'1113'0'0,"-937"18"0,-74-20 0,113 4 0,-158 6 0,-38-4 0,1-1 0,25 0 0,5-2 0,77 11 0,-77-8 0,-1-1 0,64-6 0,63 3 0,-110 8 0,-34-3 0,46 0 0,1-6 0,107 2 0,-126 7 0,-34-4 0,46 2 0,1707-8 0,-929 3 0,-799-9 51,-28 3-1467,-10 2-5410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17:09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24575,'1'-1'0,"-1"0"0,1 0 0,-1 1 0,1-1 0,-1 0 0,1 0 0,0 0 0,0 0 0,-1 0 0,1 1 0,0-1 0,0 0 0,0 1 0,0-1 0,0 1 0,0-1 0,0 1 0,0-1 0,0 1 0,0 0 0,0-1 0,0 1 0,0 0 0,0 0 0,0 0 0,0 0 0,2 0 0,35-3 0,-33 3 0,545-2 0,-268 4 0,-105 17 0,599-20 0,-618 19 0,301-18 0,-282 18 0,-64-20 0,126 4 0,-179 6 0,-34-4 0,46 2 0,-15-6 0,99 13 0,-94-7 0,0-3 0,73-5 0,-24-1 0,4 5 0,123-4 0,-115-17 0,-82 14 0,-2-1 0,57 0 0,-14 8 0,118-4 0,-143-6 0,-37 4 0,0 1 0,24 0 0,168 4-1365,-197-1-5461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17:41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24575,'35'-1'0,"0"-1"0,41-9 0,-26 6 0,0 1 0,87 6 0,-36 1 0,0-1 0,109-4 0,-150-6 0,-34 4 0,46-2 0,2237 9 0,-1195-5 0,-974 20 0,743-19 0,-743 20 0,1046-19 0,-554-1 0,-492-18 0,1007 20 0,-1006 18 0,495-20 0,-460 19 0,-102-20 0,81 4 0,-103 7 0,19 0 0,88 8 0,882-17 0,-901-18 0,831 18 0,-925-7-1365,-35 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0:1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0:2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24575,'2'21'0,"0"0"0,1 0 0,2-1 0,0 1 0,1-1 0,1 0 0,16 32 0,-12-34 0,1 0 0,19 21 0,8 11 0,-27-35 0,1-1 0,1-1 0,0 0 0,0-1 0,2-1 0,23 15 0,11 8 0,-5-1 0,0-2 0,83 41 0,-108-61 0,0 1 0,0 1 0,22 20 0,-25-18 0,1-2 0,1 0 0,31 17 0,-35-22 0,-1 1 0,0 0 0,0 2 0,23 21 0,-23-18 0,1-1 0,1-1 0,18 11 0,77 52 0,-9-6 0,-84-58 0,13 8 0,0-2 0,0-2 0,37 14 0,319 64 0,-139-35 0,-164-35 0,-59-15 0,1-1 0,0-1 0,0-2 0,33 2 0,82 12 0,-122-17 0,0 1 0,0 1 0,28 8 0,-29-5 0,1-2 0,0-1 0,32 2 0,27 6 0,-32-4 0,118 26 0,-119-21 0,1-3 0,0-1 0,59 1 0,53 8 0,-116-17 0,0 2 0,55 9 0,62 7 0,-105-12 0,0-3 0,81-5 0,-29-1 0,1587 3 0,-1677-1 0,1 0 0,-1-1 0,0-1 0,0-1 0,-1 0 0,28-11 0,87-50 0,-63 29 0,-20 11 0,47-32 0,-81 46 0,0 0 0,0-1 0,-1-1 0,21-27 0,-7 8 0,-15 22 0,1-1 0,1 2 0,-1-1 0,1 2 0,1 0 0,15-7 0,28-19 0,-30 15 0,30-31 0,21-16 0,-54 47 0,0-1 0,-1 0 0,26-33 0,-20 24 0,32-25 0,14-13 0,-44 31 0,-23 26 0,0 1 0,0 0 0,1 0 0,12-9 0,50-53 0,-64 65 0,0-1 0,0 0 0,0 0 0,9-15 0,13-14 0,-11 15 0,26-37 0,4-5 0,2 10 0,-26 28 0,33-44 0,39-46 0,-77 92 0,-14 18 0,1-1 0,-2 1 0,1-1 0,0-1 0,-1 1 0,0 0 0,-1-1 0,4-9 0,-7 16 0,0-1 0,1 1 0,-1 0 0,0 0 0,0 0 0,0 0 0,0 0 0,0-1 0,0 1 0,0 0 0,0 0 0,0 0 0,0 0 0,0-1 0,0 1 0,0 0 0,0 0 0,0 0 0,0 0 0,0-1 0,-1 1 0,1 0 0,0 0 0,0 0 0,0 0 0,0 0 0,0-1 0,0 1 0,0 0 0,0 0 0,-1 0 0,1 0 0,0 0 0,0 0 0,0 0 0,0-1 0,0 1 0,-1 0 0,1 0 0,0 0 0,0 0 0,0 0 0,0 0 0,0 0 0,-1 0 0,1 0 0,0 0 0,0 0 0,0 0 0,0 0 0,-1 0 0,1 0 0,-14 5 0,-11 9 0,-126 88 0,55-40 0,55-41 0,34-19 0,1 1 0,-1 0 0,1 0 0,0 1 0,0-1 0,-8 8 0,-16 11-1365,21-15-5461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0:23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24575,'2'1'0,"0"0"0,-1-1 0,1 1 0,-1 0 0,1 0 0,-1 0 0,1 0 0,-1 0 0,0 0 0,1 0 0,-1 1 0,0-1 0,0 0 0,0 1 0,0-1 0,0 1 0,0-1 0,0 1 0,-1-1 0,1 1 0,-1 0 0,1-1 0,-1 1 0,1 0 0,-1 3 0,8 45 0,-5 23 0,8 68 0,-8-108-107,-2 61 0,-1-62-1044,0-17-5675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0:28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24575,'0'22'0,"1"1"0,0 0 0,2-1 0,11 43 0,-9-52 0,-1 0 0,2-1 0,0 0 0,0 0 0,1 0 0,1-1 0,-1 0 0,2-1 0,16 17 0,0 0 0,0 2 0,-2 0 0,39 66 0,-45-71 0,1-1 0,2 0 0,0-2 0,29 23 0,-24-20 0,10 13 0,-1 2 0,55 83 0,-65-86 0,-11-19 0,1-1 0,0-1 0,1 0 0,0-1 0,31 22 0,-37-30 0,1-1 0,0 0 0,17 7 0,-20-10 0,0 0 0,0 1 0,-1 0 0,1 1 0,-1-1 0,0 1 0,0 0 0,0 1 0,-1-1 0,10 11 0,-7-6 0,-1-1 0,2-1 0,-1 1 0,1-1 0,0-1 0,0 1 0,13 5 0,77 32 0,-36-18 0,19 2 0,-61-22 0,0 1 0,21 9 0,23 18 0,-39-19 0,1-1 0,0-2 0,0-1 0,1-1 0,43 10 0,28 4 0,-73-17 0,0 0 0,0-1 0,0-2 0,37 1 0,-46-3 0,1-1 0,-1 2 0,1 0 0,-1 1 0,0 1 0,-1 1 0,1 0 0,-1 1 0,21 13 0,-5-5 0,1 0 0,1-3 0,0 0 0,66 12 0,-60-19 0,0-1 0,1-2 0,64-5 0,-13 1 0,-40 3 0,72 11 0,-28-7 0,-74-5 0,0 0 0,0 2 0,35 6 0,-32-4 0,-1 0 0,1-2 0,46-2 0,-43 0 0,0 0 0,46 8 0,120 13 0,-127-15 0,-1-3 0,72-6 0,-21 0 0,-63 4 0,-24 1 0,1-2 0,-1-2 0,1 0 0,30-7 0,26-6 0,-63 12 0,-1-1 0,0 0 0,40-14 0,72-41 0,-111 49 0,-1-1 0,0-1 0,30-21 0,-30 18 0,0 1 0,44-19 0,-37 21 0,-1 0 0,0-2 0,-1-1 0,-1-1 0,-1-2 0,25-20 0,-12 8 0,55-33 0,-32 23 0,-53 34 0,0 0 0,0 0 0,0 1 0,1 0 0,0 1 0,0 0 0,0 0 0,0 1 0,18-3 0,2 0 0,-1-2 0,0-1 0,0-1 0,-1-2 0,28-15 0,-38 18 0,13-9 0,0-1 0,42-35 0,-63 46 0,80-68 0,-53 42 0,48-32 0,-58 45 0,43-44 0,-57 53 0,239-216 0,-190 180 0,-39 31 0,41-39 0,-45 35 0,25-40 0,-25 32 0,-18 28 0,1 0 0,-1-1 0,0 1 0,0-1 0,0 1 0,0-1 0,0 0 0,-1 1 0,1-1 0,0 0 0,-1 0 0,1 1 0,-1-1 0,0 0 0,1 0 0,-1 0 0,0 1 0,0-1 0,0 0 0,0 0 0,-1 0 0,1 0 0,0 0 0,-1 1 0,1-1 0,-1 0 0,0 0 0,0 1 0,1-1 0,-1 1 0,0-1 0,-2-1 0,1 2 0,1-1 0,-1 1 0,0 0 0,0 0 0,-1 0 0,1 1 0,0-1 0,0 0 0,0 1 0,0 0 0,-1-1 0,1 1 0,0 0 0,0 0 0,-1 0 0,1 0 0,0 1 0,0-1 0,0 0 0,-1 1 0,1 0 0,0-1 0,0 1 0,0 0 0,0 0 0,-2 2 0,-173 106 0,165-101 0,-65 38-1365,68-40-5461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0:29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24575,'16'51'0,"-9"-16"0,-1 0 0,-2 0 0,-1 57 0,-3 101-1365,0-178-5461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38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24575,'706'0'0,"-562"18"0,1582-18 0,-1627 11 0,-40-3 0,-3-1 0,-20-2 0,48 0 0,92 13 0,-115-18 0,91 13 0,-85-7 0,0-3 0,70-6 0,-20 0 0,3217 3 0,-3176-18 0,-152 18-91,0 0 0,0 0 0,0-1 0,0 0 0,0 0 0,0-1 0,0 1 0,0-1 0,-1-1 0,1 1 0,-1-1 0,1 0 0,-1 0 0,6-5 0,-3 0-6735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41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24575,'109'-2'0,"119"4"0,-160 6 0,-30-3 0,46 0 0,-39-4 0,73 11 0,26 6 0,-109-14 0,0-1 0,48-3 0,-50-2 0,1 3 0,60 8 0,-42-3 0,0-2 0,1-2 0,55-5 0,-2 0 0,-53 5 0,73 10 0,-71-7 0,1-2 0,64-6 0,70 3 0,-120 8 0,-31-4 0,45 1 0,93 13 0,3450-19 44,-1981 2-1453,-1631-1-5417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4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163 245 24575,'-31'5'0,"29"-4"0,0-1 0,0 1 0,0 0 0,0-1 0,0 0 0,1 1 0,-1-1 0,0 0 0,0 0 0,0 0 0,0 0 0,0-1 0,0 1 0,0 0 0,0-1 0,0 1 0,1-1 0,-1 0 0,0 0 0,0 1 0,1-1 0,-1 0 0,0 0 0,1-1 0,-1 1 0,1 0 0,-1 0 0,1-1 0,0 1 0,0-1 0,0 1 0,-2-4 0,-10-13 0,4 7 0,1-1 0,0 0 0,0 0 0,1-1 0,-9-24 0,15 34 0,0-1 0,0 1 0,1 0 0,-1-1 0,1 1 0,0 0 0,0-1 0,0 1 0,0 0 0,1-1 0,-1 1 0,1 0 0,0 0 0,0 0 0,0-1 0,1 1 0,-1 0 0,1 0 0,-1 0 0,1 1 0,0-1 0,0 0 0,0 1 0,0-1 0,1 1 0,-1 0 0,1 0 0,0 0 0,-1 0 0,1 0 0,4-2 0,-2 1 0,0 0 0,0 1 0,0 0 0,0-1 0,0 2 0,1-1 0,-1 0 0,1 1 0,-1 0 0,1 1 0,-1-1 0,1 1 0,0 0 0,-1 0 0,1 1 0,6 1 0,-8-1 0,0 0 0,0 1 0,0 0 0,0 0 0,0 0 0,0 0 0,0 1 0,-1-1 0,1 1 0,-1 0 0,0 0 0,1 0 0,-2 1 0,1-1 0,0 1 0,-1-1 0,1 1 0,-1 0 0,0 0 0,2 7 0,0-1 0,0 0 0,-1 1 0,0 0 0,-1-1 0,0 1 0,0 0 0,-1 15 0,-1-23 0,0 0 0,-1 1 0,1-1 0,-1 0 0,0 0 0,0 0 0,0 0 0,0 0 0,0 0 0,0 0 0,-1 0 0,0 0 0,0-1 0,1 1 0,-2-1 0,1 1 0,0-1 0,0 0 0,-1 1 0,1-1 0,-1-1 0,0 1 0,1 0 0,-1-1 0,0 1 0,0-1 0,0 0 0,0 0 0,-4 1 0,-33 11-1365,29-9-5461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48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161 230 24575,'-12'1'0,"0"-2"0,-1 1 0,1-2 0,0 0 0,0 0 0,0-1 0,-19-7 0,28 8 0,1 1 0,-1 0 0,0-1 0,1 0 0,-1 0 0,1 0 0,-1 0 0,1 0 0,0 0 0,0-1 0,0 1 0,0-1 0,0 1 0,0-1 0,1 0 0,-1 1 0,1-1 0,0 0 0,0 0 0,0 0 0,0 0 0,1 0 0,-1-1 0,1 1 0,0 0 0,0 0 0,0 0 0,0 0 0,0 0 0,1-1 0,-1 1 0,1 0 0,0 0 0,2-4 0,0-1 0,0 1 0,1 0 0,0 0 0,0 1 0,1-1 0,0 1 0,0 0 0,0 0 0,1 0 0,-1 1 0,1 0 0,1 0 0,-1 1 0,1 0 0,0 0 0,0 0 0,0 1 0,0 0 0,1 0 0,-1 1 0,1 0 0,0 0 0,12-1 0,-18 3 3,1 1 1,0-1-1,-1 1 0,1-1 0,0 1 0,-1 0 0,1 0 0,-1 0 1,1 1-1,-1-1 0,1 0 0,-1 1 0,0 0 0,0-1 1,0 1-1,0 0 0,0 0 0,0 0 0,0 0 0,-1 1 0,1-1 1,-1 0-1,0 1 0,1-1 0,-1 1 0,0-1 0,-1 1 0,1 0 1,0-1-1,-1 1 0,1 0 0,-1 0 0,0-1 0,0 1 1,0 0-1,0 0 0,-1 2 0,1 0-77,-1 0-1,1 0 1,-1 0 0,0 0 0,0 0-1,-1-1 1,1 1 0,-1 0 0,0-1-1,-1 1 1,1-1 0,-1 0 0,0 1-1,0-1 1,0-1 0,0 1 0,-1 0-1,1-1 1,-9 6 0,2-4-6752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50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198 206 24575,'-24'1'0,"8"0"0,-1-1 0,1-1 0,-1 0 0,1-1 0,-24-6 0,37 8 0,0-1 0,0 0 0,1 0 0,-1-1 0,0 1 0,1-1 0,-1 1 0,1-1 0,-1 0 0,1 0 0,0 0 0,0 0 0,0 0 0,0 0 0,0-1 0,0 1 0,1-1 0,-1 1 0,1-1 0,0 1 0,0-1 0,0 0 0,0 0 0,0 0 0,0 0 0,1 0 0,-1 1 0,1-1 0,0 0 0,0 0 0,0 0 0,0 0 0,1 0 0,-1 0 0,1 0 0,0 0 0,1-3 0,0-1 0,1 1 0,-1 0 0,1-1 0,0 1 0,1 0 0,-1 1 0,1-1 0,0 1 0,1 0 0,-1 0 0,1 0 0,0 0 0,1 1 0,-1 0 0,1 0 0,-1 0 0,12-4 0,-14 6 0,-1 1 0,1 1 0,-1-1 0,1 0 0,0 1 0,-1-1 0,1 1 0,0 0 0,-1-1 0,1 1 0,0 1 0,-1-1 0,1 0 0,0 1 0,-1-1 0,1 1 0,-1 0 0,5 2 0,-4-1 0,0 0 0,-1 0 0,1 1 0,-1-1 0,1 1 0,-1 0 0,0-1 0,0 1 0,-1 0 0,1 0 0,0 0 0,-1 1 0,0-1 0,0 0 0,0 1 0,0-1 0,0 0 0,0 6 0,1 24-1365,-1-18-5461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51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76 205 24575,'-3'0'0,"-1"0"0,1-1 0,0 0 0,-1 0 0,1 0 0,0 0 0,0-1 0,0 1 0,-1-1 0,1 0 0,1 1 0,-1-2 0,0 1 0,0 0 0,1 0 0,-1-1 0,1 1 0,0-1 0,0 0 0,0 0 0,0 0 0,0 0 0,1 0 0,0 0 0,-1 0 0,1-1 0,0 1 0,0 0 0,1-1 0,-1 1 0,0-5 0,0 3 0,1 1 0,-1 0 0,1 0 0,0 0 0,0-1 0,0 1 0,0 0 0,1 0 0,0 0 0,0 0 0,0 0 0,0 0 0,1 0 0,-1 0 0,1 0 0,0 0 0,0 1 0,0-1 0,1 1 0,-1-1 0,1 1 0,0 0 0,0 0 0,0 0 0,6-3 0,-1 1 0,1 1 0,0 0 0,-1 1 0,2 0 0,-1 0 0,12-1 0,-19 4 0,0 0 0,0-1 0,-1 1 0,1 1 0,0-1 0,0 0 0,0 0 0,-1 1 0,1-1 0,0 1 0,0-1 0,-1 1 0,1 0 0,0-1 0,-1 1 0,1 0 0,-1 0 0,1 0 0,-1 1 0,0-1 0,1 0 0,-1 0 0,0 1 0,0-1 0,0 1 0,0-1 0,0 1 0,0-1 0,0 1 0,0 0 0,-1-1 0,1 1 0,-1 0 0,1 0 0,-1-1 0,0 1 0,0 0 0,1 0 0,-2 2 0,4 28 0,-3 1 0,-4 45 0,4-76-59,0-1 0,0 1-1,-1-1 1,1 1-1,-1 0 1,1-1 0,-1 1-1,1-1 1,-1 1 0,0-1-1,1 0 1,-1 1 0,0-1-1,0 0 1,0 1-1,0-1 1,0 0 0,-1 0-1,1 0 1,0 0 0,0 0-1,-3 1 1,-7 3-6767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54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0 658 24575,'1'-4'0,"-1"1"0,1-1 0,0 0 0,0 0 0,1 1 0,-1-1 0,1 1 0,0-1 0,-1 1 0,2 0 0,-1 0 0,0 0 0,3-4 0,41-38 0,-31 31 0,12-13 0,3-3 0,52-40 0,2-6 0,-45 45 0,1 3 0,1 1 0,2 2 0,0 2 0,65-23 0,37-4 0,-78 30 0,24-2 0,-66 17 0,0-1 0,0-1 0,30-12 0,-40 14 0,0 0 0,0 1 0,0 1 0,26-2 0,-10 1 0,28-2 0,0 3 0,73 6 0,-22-1 0,1273-2 0,-1352 2 0,0 1 0,47 12 0,24 2 0,-57-12 0,-1 2 0,62 18 0,77 40 0,-31-7 0,-36-16 0,-28-14 0,-57-20 0,-1 1 0,0 2 0,0 1 0,51 30 0,-71-36 0,0 0 0,0 0 0,-1 0 0,1 1 0,-1 0 0,0 1 0,-1 0 0,0 0 0,0 1 0,-1 0 0,12 20 0,-13-20 0,0 0 0,0-1 0,1 1 0,0-1 0,0-1 0,1 1 0,0-1 0,1-1 0,0 1 0,0-1 0,0-1 0,0 0 0,11 4 0,3 3 0,-10-4-195,0 1 0,0 0 0,-1 0 0,0 2 0,-1-1 0,11 14 0,-15-16-6631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4:5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0 888 24575,'1'-5'0,"0"0"0,1 0 0,-1 0 0,1 0 0,0 0 0,0 0 0,0 1 0,1-1 0,0 1 0,0-1 0,0 1 0,0 0 0,0 0 0,7-4 0,56-49 0,84-48 0,100-35 0,-124 74 0,-49 30 0,0 3 0,2 3 0,90-20 0,6 8 0,73-22 0,-176 39 0,146-30 0,-111 33 0,-67 12 0,1 2 0,0 2 0,47-2 0,-63 7 0,0-2 0,47-10 0,-48 7 0,1 1 0,49-2 0,-24 6 0,79-11 0,-67 6 0,1 3 0,71 5 0,-22 1 0,2-5 0,124 4 0,-172 6 0,-35-3 0,48 0 0,4-6 0,116 2 0,-133 7 0,-33-3 0,45 0 0,-49-3 0,0 1 0,0 1 0,-1 2 0,47 15 0,34 7 0,-101-26 0,1-1 0,-1 2 0,0-1 0,0 1 0,0 1 0,0-1 0,0 1 0,-1 1 0,0-1 0,0 1 0,13 12 0,-11-7 0,0 1 0,0 0 0,-1 1 0,0 0 0,-1 0 0,8 20 0,13 26 0,-14-32 0,-2 1 0,12 34 0,18 69 0,-29-88 0,-12-33 0,1 0 0,1 0 0,0-1 0,0 1 0,0-1 0,1 0 0,1 0 0,-1 0 0,11 13 0,14 20-1365,-23-32-5461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5:52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848 1591 24575,'-35'1'0,"0"1"0,-41 9 0,24-2 0,-1-3 0,-68 1 0,111-8 0,0 0 0,0-1 0,-1 0 0,1 0 0,0-1 0,1 0 0,-1-1 0,1 0 0,-17-10 0,-5-6 0,-40-34 0,56 43 0,-6-9 0,1 0 0,1-1 0,1-1 0,-18-28 0,17 23 0,1 4 0,10 14 0,1 0 0,1 0 0,-1-1 0,1 0 0,1 0 0,0 0 0,0-1 0,-3-14 0,-11-97 0,12 63 0,2 31 0,0-45 0,6 35 0,-2-22 0,15-111 0,4 12 0,-11 99 0,-6 47 0,0-1 0,1 1 0,0 0 0,1-1 0,0 1 0,9-20 0,3 1 0,0 0 0,2 1 0,2 2 0,30-40 0,-38 60 0,-1 0 0,2 0 0,-1 1 0,1 1 0,0 0 0,14-6 0,19-11 0,-25 14 0,1 1 0,0 2 0,1 0 0,-1 1 0,1 1 0,0 1 0,43-2 0,10 3 0,79 6 0,-133 1 0,-1 1 0,1 0 0,-1 2 0,-1 0 0,1 2 0,18 10 0,21 8 0,-48-23 0,-1 0 0,0 1 0,0 0 0,-1 1 0,1 0 0,-1 0 0,0 1 0,-1 0 0,1 0 0,-2 1 0,1 1 0,-1-1 0,11 17 0,4 13 0,-16-29 0,0 1 0,0 0 0,-1 0 0,0 0 0,-1 1 0,0 0 0,-1-1 0,0 1 0,-1 1 0,0-1 0,1 16 0,-1 61 0,-6 178 0,-32-55 0,29-169 0,-25 81 0,22-91 0,-35 135 0,36-147 0,0 0 0,-1-1 0,-2 0 0,1-1 0,-2 0 0,-27 29 0,35-42 0,0 0 0,-1 0 0,0-1 0,0 0 0,-10 6 0,10-7 0,0 1 0,0-1 0,0 2 0,1-1 0,-1 0 0,-5 8 0,-24 41-1365,30-43-5461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6:19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24575,'10'54'0,"-3"-21"0,9 47 0,5 35 0,-17-88 0,1 0 0,2-1 0,12 33 0,-9-28 0,11 50 0,-18-59-82,-2 0 0,-1 31-1,-1-30-1035,1-8-5708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6:33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24575,'1447'0'0,"-1307"-18"0,20 21 0,121-6 0,-220-5 0,-35 4 0,46-2 0,2461 9 63,-1309-5-1491,-1209 2-5398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26:47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24575,'1941'0'0,"-1790"19"0,-100-17 0,65 9 0,-36-1 0,122 1 0,1562-11 0,-1624-18 0,-13 10 0,11-1 0,56 9-1365,-179 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1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1161 24575,'1'-4'0,"1"1"0,-1-1 0,1 1 0,0 0 0,0 0 0,0 0 0,0 0 0,0 0 0,1 0 0,-1 0 0,5-3 0,10-13 0,2-8 0,1 1 0,27-25 0,14-19 0,0 3 0,-41 47 0,32-41 0,-12 14 0,-31 37 0,0 0 0,-1 0 0,0-1 0,12-20 0,-15 21 0,2 1 0,-1-1 0,1 1 0,15-14 0,-13 14 0,0-1 0,-1 0 0,11-16 0,-18 24 0,12-22 0,1 0 0,1 0 0,1 2 0,27-29 0,27-20 0,-38 41 0,-22 19 0,0 1 0,1 1 0,20-14 0,-19 14 0,1-1 0,-1 0 0,-1-1 0,13-14 0,-14 13 0,1 1 0,0 0 0,1 1 0,14-10 0,-12 12 0,-2 0 0,1-1 0,-1-1 0,-1 0 0,0-1 0,0 0 0,14-19 0,-25 30 0,0 0 0,1 0 0,-1-1 0,0 1 0,1 0 0,-1-1 0,0 1 0,0-1 0,0 1 0,1 0 0,-1-1 0,0 1 0,0-1 0,0 1 0,0 0 0,0-1 0,0 1 0,0-1 0,0 1 0,0-1 0,0 1 0,0-1 0,0 1 0,0 0 0,0-1 0,0 1 0,0-1 0,0 1 0,0-1 0,-1 1 0,1 0 0,0-1 0,0 1 0,0 0 0,-1-1 0,-17-1 0,-20 12 0,-68 32 0,92-36 0,0 0 0,0-1 0,-1-1 0,0 0 0,0-1 0,-18 1 0,48-5 0,-6 0 0,-1 0 0,1 0 0,-1 0 0,0-1 0,1 0 0,-1-1 0,14-6 0,-9 4 0,1 0 0,-1 1 0,1 0 0,0 1 0,23-2 0,-11 2 0,-22 2 0,1 0 0,-1 0 0,0 1 0,0 0 0,0-1 0,0 1 0,0 1 0,0-1 0,0 1 0,0 0 0,0 0 0,0 0 0,0 0 0,5 2 0,-7-1 0,0 0 0,0 0 0,0 0 0,-1 1 0,1-1 0,0 0 0,-1 1 0,0-1 0,1 1 0,-1-1 0,0 1 0,0 0 0,-1 0 0,1-1 0,-1 1 0,1 0 0,-1 0 0,0 0 0,0-1 0,0 1 0,0 4 0,-2 28 41,-2 0-1,-10 47 0,7-47-535,1 0-1,-1 45 1,7-64-6331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21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1323 24168,'1042'-1322'0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24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0 24575,'-24'1'0,"-1"1"0,1 1 0,0 2 0,-45 13 0,55-15-173,0-1-1,0 0 0,-1-1 1,-19-2-1,27 1-323,-8 0-6329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25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24575,'0'-3'0,"3"0"0,1 2 0,3 2 0,0 3 0,2 2 0,-1 2 0,-1 3 0,-2 3 0,1-1 0,-1 0 0,0 0 0,-2 2 0,-1 1 0,-1-2-8191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33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0 935 24313,'530'-934'0,"-762"1090"0,464-312 0,-247 435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36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0 706 24192,'495'-705'0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41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0 24575,'-3'0'0,"-4"0"0,-4 0 0,-3 0 0,-2 0 0,-1 0 0,2 3 0,0 1 0,1 0 0,1 2 0,2 0 0,-2 0 0,-1-3 0,2 3 0,-1-1 0,3-1-8191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39:44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24575,'3'0'0,"1"3"0,3 1 0,0 3 0,-1 3 0,-1 3 0,-3 2 0,3-1 0,0-1 0,-1 2 0,-2 0 0,0 1 0,-1-2-8191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0:59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1 247 24575,'1'-7'0,"1"0"0,0 1 0,0-1 0,0 1 0,1-1 0,0 1 0,0 0 0,1 0 0,0 0 0,5-6 0,15-28 0,-24 39 0,3-7 0,1 0 0,0 0 0,0 0 0,0 0 0,1 1 0,0 0 0,1 0 0,0 0 0,11-10 0,-15 15 0,0 0 0,0 0 0,0 0 0,0 0 0,0 0 0,0 0 0,-1 0 0,1-1 0,-1 1 0,0-1 0,0 1 0,2-5 0,-3 7 0,0-1 0,0 1 0,0-1 0,0 1 0,0 0 0,0-1 0,0 1 0,0-1 0,0 1 0,0-1 0,0 1 0,0 0 0,0-1 0,0 1 0,0-1 0,-1 1 0,1 0 0,0-1 0,0 1 0,0 0 0,-1-1 0,1 1 0,0 0 0,-1-1 0,1 1 0,0 0 0,-1 0 0,1-1 0,-1 1 0,-22 0 0,20 1-54,-11 2-208,0 1 0,1 0-1,-1 1 1,-23 12 0,28-11-6564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1:00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24575,'0'3'0,"0"4"0,0 4 0,0 2 0,0 3 0,0 2 0,3-3 0,1-4-8191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1:03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862 0 24575,'-4'2'0,"1"1"0,0 0 0,0-1 0,0 1 0,0 0 0,0 1 0,1-1 0,-1 0 0,1 1 0,-2 3 0,-3 3 0,-82 129 0,65-105 0,1 1 0,2 1 0,2 1 0,-20 52 0,33-75 0,-1 0 0,-1 0 0,0-1 0,-1 0 0,-14 15 0,-14 24 0,-73 103 0,104-145 0,1 0 0,0 0 0,0 0 0,-3 16 0,-16 32 0,2-19 0,14-23 0,-1 1 0,-1-2 0,0 1 0,-1-2 0,-17 18 0,1-1 0,1 0 0,1 2 0,-25 44 0,26-20 0,22-48 0,-1 0 0,0 0 0,-1-1 0,0 0 0,-9 15 0,5-10 5,0 1-1,1 0 1,1 1 0,1-1-1,-8 31 1,-3 6-1398,12-40-5433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1:05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24575,'3'0'0,"1"3"0,0 4 0,-1 4 0,-1 3 0,-1 2 0,0 1 0,2-2 0,4-3 0,4-5 0,3-2 0,-1-6 0,0-3 0,1 0 0,-2-3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2:2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24379,'106'4657'0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2:4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24575,'0'1218'0,"-18"-1077"0,16-108 0,-9 62 0,5-45 0,3 0 0,5 81 0,1-31 0,13 147 0,-14-145 0,-3-76 0,1-1 0,1 1 0,9 49 0,43 136 0,-46-181 0,-1 1 0,-2 0 0,1 50 0,-1-14 0,4-4 0,1 33 0,-10 486 0,2-564 0,1 1 0,1-2 0,9 34 0,-7-33 0,0 0 0,-2 0 0,2 34 0,-5 407-1365,0-444-5461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2:4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24575,'0'813'0,"18"-673"0,-17-124 0,1 0 0,1-1 0,0 1 0,6 16 0,-4-17 0,-1 1 0,-1-1 0,0 1 0,0 21 0,15 158 0,-19 317 0,12-419 0,-4-46 0,-1-3 0,-1-7 0,2 59 0,10 98 0,-6-64 0,-4-66 0,1-4 0,-4-34 0,2 46 0,-8 13 0,3 113 0,7-138 0,-3-34 0,0 46 0,-5-33 0,0 21 0,-14 110 0,8-120 0,3-1 0,5 84 0,1-33 0,-2-38 0,-3 69 0,-2-111-80,-2-29 280,-1-32-1685,6 25-5341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2:5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24159,'88'3333'0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2:5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24575,'0'47'0,"2"1"0,10 56 0,-8-68 0,-2 1 0,-1-1 0,-4 40 0,1-30 0,4 54 0,6-48 0,2 19 0,7 88 0,1 0 0,-1-1 0,-16-120 0,1 0 0,9 50 0,-6-41 0,-2 1 0,-5 88 0,0-36 0,2 5-1365,0-90-5461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0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24575,'2'1'0,"0"0"0,0-1 0,0 1 0,0 0 0,0 0 0,0 0 0,0 1 0,0-1 0,-1 0 0,1 1 0,0-1 0,-1 1 0,1-1 0,-1 1 0,0 0 0,1 0 0,-1-1 0,0 1 0,0 0 0,0 0 0,0 0 0,0 3 0,15 48 0,2 247 0,-18 1217-1365,0-1502-5461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16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463 549 24575,'-5'1'0,"1"0"0,-1 0 0,1 0 0,0 0 0,-1 1 0,1 0 0,0 0 0,-8 4 0,7-3 0,0 0 0,0-1 0,0 1 0,-1-1 0,-10 2 0,2-2 0,0 0 0,0-2 0,0 0 0,0 0 0,0-1 0,0-1 0,0-1 0,1 1 0,-1-2 0,1 0 0,0-1 0,0 0 0,0-1 0,0-1 0,1 1 0,0-2 0,1 0 0,-20-17 0,-10-6 0,37 30 0,0-1 0,1 0 0,-1-1 0,0 1 0,1-1 0,-1 1 0,1-1 0,0 0 0,0 0 0,0-1 0,0 1 0,1 0 0,-1-1 0,1 0 0,0 0 0,0 1 0,1-1 0,-1 0 0,1-1 0,-1 1 0,1 0 0,0-5 0,-1-43 0,6-74 0,-3 114 0,1-1 0,0 1 0,1-1 0,1 1 0,0 0 0,0 0 0,1 0 0,1 1 0,13-22 0,-15 28 0,0-1 0,1 1 0,0 0 0,-1 0 0,2 0 0,-1 1 0,1-1 0,-1 1 0,1 1 0,0-1 0,0 1 0,1 0 0,-1 1 0,1-1 0,-1 1 0,1 0 0,0 1 0,0 0 0,10-1 0,-4 1 0,0 1 0,0 1 0,1 0 0,-1 0 0,0 1 0,0 1 0,0 0 0,0 1 0,-1 0 0,0 1 0,1 1 0,-2 0 0,1 0 0,-1 1 0,0 0 0,15 14 0,-5-3 0,-10-10 0,-1 1 0,-1 0 0,1 0 0,10 16 0,-14-17 0,-1 0 0,0 1 0,0 0 0,-1 0 0,0 0 0,-1 0 0,0 1 0,3 16 0,-3-1 0,-2 0 0,-1 29 0,0-36 0,1 19-115,0-27 31,0 0 1,-1 0 0,0 0-1,-1-1 1,1 1 0,-2 0-1,0 0 1,0 0 0,-1-1 0,0 1-1,0-1 1,-1 0 0,0 0-1,-9 14 1,6-15-6743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2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0 247 24392,'336'-246'0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27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0 24575,'0'1'0,"0"0"0,-1 1 0,0-1 0,1 0 0,-1 0 0,1 0 0,-1 0 0,0 0 0,0 0 0,0 0 0,0 0 0,0 0 0,0 0 0,0-1 0,0 1 0,0 0 0,0-1 0,0 1 0,0-1 0,-3 2 0,-31 11 0,23-9 0,-6 4 0,0-2 0,-1 0 0,1-1 0,-1-1 0,-33 2 0,38-3-1365,2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2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24575,'3'0'0,"4"0"0,1 3 0,-1 4 0,-2 4 0,1 0 0,0 1 0,-1 1 0,-2-1-8191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44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0 24575,'-2'6'0,"1"0"0,-1 0 0,0 0 0,-1 0 0,1 0 0,-5 5 0,-3 10 0,7-12 0,-8 21 0,-1-1 0,-26 44 0,24-48 0,-18 46 0,-6 12 0,-103 147 0,117-184-1365,19-36-5461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45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24575,'0'35'0,"-1"1"0,-9 52 0,10-86 0,-1 0 0,1 1 0,-1-1 0,1 0 0,0 0 0,0 1 0,0-1 0,0 0 0,0 0 0,1 0 0,-1 1 0,1-1 0,-1 0 0,2 3 0,9-2 0,7-16 0,-8 4-273,0 0 0,1 0 0,1 1 0,21-12 0,-23 16-6553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57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0 24575,'2'4'0,"-1"0"0,1 0 0,0 0 0,0 0 0,1-1 0,-1 1 0,1-1 0,0 1 0,4 3 0,5 7 0,23 29 0,10 12 0,-43-51 0,1 0 0,0 1 0,-1-1 0,0 1 0,0 0 0,0-1 0,-1 1 0,1 0 0,-1 0 0,0 9 0,-1-13 0,0 1 0,0 0 0,-1 0 0,1-1 0,-1 1 0,1 0 0,-1-1 0,0 1 0,0-1 0,1 1 0,-1-1 0,0 1 0,-1-1 0,1 1 0,0-1 0,0 0 0,0 0 0,-1 0 0,1 0 0,-1 0 0,1 0 0,-1 0 0,1 0 0,-1 0 0,1-1 0,-1 1 0,0-1 0,1 1 0,-1-1 0,0 1 0,0-1 0,1 0 0,-1 0 0,-2 0 0,-11 1 0,-1 0 0,-30-4 0,26 2 0,2 1-1365,3-1-5461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3:58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1 138 24575,'0'-3'0,"0"-4"0,0-3 0,0-4 0,0-2 0,0-2 0,0 0 0,0 0 0,0-1 0,0 4-8191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4:1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24293,'123'3863'0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4:2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24207,'17'3192'0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4:3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24575,'18'177'0,"-18"917"-1365,0-1079-5461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5:02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0 24575,'-1'5'0,"-1"1"0,1-1 0,-1 0 0,0 0 0,0 0 0,-4 6 0,-3 9 0,-6 23 0,6-15 0,-21 44 0,1-21 0,15-29 0,-18 41 0,26-52 0,0 0 0,-1-1 0,0 0 0,-13 13 0,-6 10 0,-34 43 0,40-54 0,1 2 0,-24 39 0,25-30-341,-2-2 0,0 0-1,-28 30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5:03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24575,'-2'36'0,"0"34"0,2-66 0,1 1 0,-1-1 0,1 0 0,-1 0 0,1 0 0,1 0 0,-1 0 0,0 0 0,1 0 0,0-1 0,0 1 0,4 5 0,-4-7 7,0 0 0,0-1 0,0 1 0,1 0 0,-1-1 1,1 0-1,-1 0 0,1 0 0,0 0 0,-1 0 0,1 0 0,0-1 0,0 1 0,-1-1 0,1 0 0,5 0 0,0 0-255,-1-1 1,0 1-1,0-2 1,0 1-1,10-4 1,-5 1-6579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5:0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24110,'124'2558'0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9:45:13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1131 694 24575,'-830'0'0,"812"-2"0,0-1 0,0-1 0,0 0 0,1-2 0,0 1 0,-27-15 0,35 15 0,0 0 0,1-1 0,-1 0 0,1-1 0,1 0 0,-1 0 0,-11-15 0,4 2 0,1-1 0,-13-23 0,24 37 0,0-1 0,0 1 0,1-1 0,0 0 0,0 0 0,1 1 0,0-1 0,0 0 0,1 0 0,0 0 0,0 0 0,1 0 0,0 0 0,5-15 0,-1 3 0,1 2 0,1-1 0,1 1 0,20-33 0,-14 32 0,2 0 0,0 2 0,1-1 0,1 2 0,1 0 0,0 2 0,24-15 0,-26 20 0,1 0 0,0 2 0,1 0 0,0 0 0,0 2 0,32-5 0,-4 0 0,74-11 0,-76 16 0,-1 3 0,1 1 0,64 6 0,-76 0 0,-1 1 0,0 2 0,0 1 0,38 16 0,80 46 0,-145-69 0,-1 1 0,0-1 0,-1 1 0,1-1 0,0 1 0,-1 1 0,0-1 0,1 0 0,-1 1 0,-1-1 0,1 1 0,0 0 0,-1 0 0,0 0 0,0 0 0,0 1 0,0-1 0,-1 0 0,0 1 0,2 8 0,-2-2 0,0 0 0,0 0 0,-1 0 0,0 0 0,-1 0 0,-1 0 0,-4 20 0,-2-8 0,0-1 0,-18 34 0,-11 29 0,21-23 0,14-48 0,-1 0 0,0-1 0,-1 1 0,-1-1 0,0 0 0,0 0 0,-12 18 0,-1-13-1365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D4F0C-F78B-8B35-E445-F3716DDAF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518F38-ABD8-3F28-8F1D-A46E7E4BE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0780F6-4130-F2DD-0FF5-2D3D72B5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017FAE-2283-FCD0-FB8E-E57722C3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995689-9C62-6D86-E65E-938289CE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22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72E1E-1BB0-2093-BDA8-A69F7B59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386B69-6E04-CA2E-E121-DF68B5CC6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0C6D2-FC7B-ADD3-505E-B870F985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6086E8-56E4-D6F4-D7AB-92210B99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BBD5C-0F09-64B8-FD3B-1E981BD1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4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36C95-68D4-C86C-16A7-1AB44D2D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5513EA-20CE-4C61-7386-3FD8108A2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E7104-AF1C-4EDC-D12F-A0EE3D369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10FC8-5BAE-E4D2-6E0B-16D005A6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C44BFB-F33B-CD05-0E3C-4ACB1705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6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3B5C0-6571-ECA1-2F92-E72BFF19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08023-4B46-0D31-3BB3-4264F146A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1EB1E7-8F19-A48F-8E93-7C9F2CD77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DE90E8-2264-976B-C6C1-912A41A1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8D2465-A6FD-2CEE-B000-7024B7AC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1C8044-F120-D7EC-1E08-EB45BF20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38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7C626-F431-E48C-F537-9BC16C0B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7EB226-84BB-3AA4-39F2-7B0201B4A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49F28C-708F-A323-8B8D-DE3C6E332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4A8812-D826-50BF-3247-06F3979BD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82230B-D7B7-6A02-F739-3EE52B952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264350-D02B-77D9-250B-E39863AD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F109E7-81F9-8DFF-1D0B-E4005932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BDE3B4-01EC-6C4E-3BD3-FBA03460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02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2AB95-22D2-8384-AA64-73E60811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8AF95A-183D-3D32-F1AD-B5BD9233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DF16C3-DB8F-BB95-E2A2-C2F9999C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7FABE9-E239-E4D0-8CBF-F434D68C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88688A-42F7-ACDA-90CC-674EE5B16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72BAF4-00AC-408E-793F-69D09ECE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359FE6-48B4-624B-2BA6-019F3070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10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1A646-05D6-971C-199E-CD6360E0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D0F09-F0BA-80E7-DB25-795C6CA8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31A754-8ECA-D3ED-5A18-E61A0DB9F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2B7D57-8D45-A67F-9831-895B9129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0FBB1-F4CF-E1DF-0018-6D3C2BE9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F1790-F820-6223-4B8E-B79A45D2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81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F88CE-062C-46E2-826D-E36BA8C4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D40B9F-9DCE-7291-C777-A68223166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5A404B-CADC-408F-AC80-09F1B825F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CEEFB6-73F3-E68A-3AE8-36EB533D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5FE714-9BBC-B1A1-2738-935BBACF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5434BC-48A4-5978-EC38-488EC99C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22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87C4B-CD63-A260-A912-05D4A8CE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5A848D-DE28-8FC7-311A-CB298C08F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9F78B4-EA39-D87A-F6A6-C7579836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976BE5-BDDC-F3FA-0A3F-000DC7E8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E20B2-BE7F-D174-A3FE-26E38D0F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48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6ECD34E-5F4B-5008-DBDA-BA0F0CCC7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7AE08C-80E7-8CC1-B3E2-979813477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47AB54-3ADA-DD87-BB97-DA47B849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DAE5B8-32CB-4631-178C-1BD2CACA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0ECCB-7624-F077-B4B5-A989D0B7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4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420452-ECC7-0919-631A-4394FBAA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A21059-135C-24CF-5388-1D27C8D2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08D25-EC98-1FED-ED01-1B19B9517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26EDC-D1DC-4F0A-9358-B9385BD78025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AC2BAD-6C2F-6991-6B7C-83222E661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49DDA-2317-C8A8-609E-920CDCCF8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E387-740F-4816-88B3-E27547EA2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22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7.xml"/><Relationship Id="rId18" Type="http://schemas.openxmlformats.org/officeDocument/2006/relationships/image" Target="../media/image21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18.png"/><Relationship Id="rId17" Type="http://schemas.openxmlformats.org/officeDocument/2006/relationships/customXml" Target="../ink/ink19.xml"/><Relationship Id="rId2" Type="http://schemas.openxmlformats.org/officeDocument/2006/relationships/image" Target="../media/image13.jpe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5.xml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21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23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.xml"/><Relationship Id="rId21" Type="http://schemas.openxmlformats.org/officeDocument/2006/relationships/image" Target="../media/image37.png"/><Relationship Id="rId42" Type="http://schemas.openxmlformats.org/officeDocument/2006/relationships/customXml" Target="../ink/ink43.xml"/><Relationship Id="rId47" Type="http://schemas.openxmlformats.org/officeDocument/2006/relationships/image" Target="../media/image50.png"/><Relationship Id="rId63" Type="http://schemas.openxmlformats.org/officeDocument/2006/relationships/image" Target="../media/image58.png"/><Relationship Id="rId68" Type="http://schemas.openxmlformats.org/officeDocument/2006/relationships/customXml" Target="../ink/ink56.xml"/><Relationship Id="rId7" Type="http://schemas.openxmlformats.org/officeDocument/2006/relationships/image" Target="../media/image30.png"/><Relationship Id="rId2" Type="http://schemas.openxmlformats.org/officeDocument/2006/relationships/image" Target="../media/image27.jpeg"/><Relationship Id="rId16" Type="http://schemas.openxmlformats.org/officeDocument/2006/relationships/customXml" Target="../ink/ink30.xml"/><Relationship Id="rId29" Type="http://schemas.openxmlformats.org/officeDocument/2006/relationships/image" Target="../media/image41.png"/><Relationship Id="rId11" Type="http://schemas.openxmlformats.org/officeDocument/2006/relationships/image" Target="../media/image32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37" Type="http://schemas.openxmlformats.org/officeDocument/2006/relationships/image" Target="../media/image45.png"/><Relationship Id="rId40" Type="http://schemas.openxmlformats.org/officeDocument/2006/relationships/customXml" Target="../ink/ink42.xml"/><Relationship Id="rId45" Type="http://schemas.openxmlformats.org/officeDocument/2006/relationships/image" Target="../media/image49.png"/><Relationship Id="rId53" Type="http://schemas.openxmlformats.org/officeDocument/2006/relationships/image" Target="../media/image53.png"/><Relationship Id="rId58" Type="http://schemas.openxmlformats.org/officeDocument/2006/relationships/customXml" Target="../ink/ink51.xml"/><Relationship Id="rId66" Type="http://schemas.openxmlformats.org/officeDocument/2006/relationships/customXml" Target="../ink/ink55.xml"/><Relationship Id="rId5" Type="http://schemas.openxmlformats.org/officeDocument/2006/relationships/image" Target="../media/image29.png"/><Relationship Id="rId61" Type="http://schemas.openxmlformats.org/officeDocument/2006/relationships/image" Target="../media/image57.png"/><Relationship Id="rId19" Type="http://schemas.openxmlformats.org/officeDocument/2006/relationships/image" Target="../media/image36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40.png"/><Relationship Id="rId30" Type="http://schemas.openxmlformats.org/officeDocument/2006/relationships/customXml" Target="../ink/ink37.xml"/><Relationship Id="rId35" Type="http://schemas.openxmlformats.org/officeDocument/2006/relationships/image" Target="../media/image44.png"/><Relationship Id="rId43" Type="http://schemas.openxmlformats.org/officeDocument/2006/relationships/image" Target="../media/image48.png"/><Relationship Id="rId48" Type="http://schemas.openxmlformats.org/officeDocument/2006/relationships/customXml" Target="../ink/ink46.xml"/><Relationship Id="rId56" Type="http://schemas.openxmlformats.org/officeDocument/2006/relationships/customXml" Target="../ink/ink50.xml"/><Relationship Id="rId64" Type="http://schemas.openxmlformats.org/officeDocument/2006/relationships/customXml" Target="../ink/ink54.xml"/><Relationship Id="rId69" Type="http://schemas.openxmlformats.org/officeDocument/2006/relationships/image" Target="../media/image61.png"/><Relationship Id="rId8" Type="http://schemas.openxmlformats.org/officeDocument/2006/relationships/customXml" Target="../ink/ink26.xml"/><Relationship Id="rId51" Type="http://schemas.openxmlformats.org/officeDocument/2006/relationships/image" Target="../media/image52.png"/><Relationship Id="rId3" Type="http://schemas.openxmlformats.org/officeDocument/2006/relationships/image" Target="../media/image28.jpeg"/><Relationship Id="rId12" Type="http://schemas.openxmlformats.org/officeDocument/2006/relationships/customXml" Target="../ink/ink28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41.xml"/><Relationship Id="rId46" Type="http://schemas.openxmlformats.org/officeDocument/2006/relationships/customXml" Target="../ink/ink45.xml"/><Relationship Id="rId59" Type="http://schemas.openxmlformats.org/officeDocument/2006/relationships/image" Target="../media/image56.png"/><Relationship Id="rId67" Type="http://schemas.openxmlformats.org/officeDocument/2006/relationships/image" Target="../media/image60.png"/><Relationship Id="rId20" Type="http://schemas.openxmlformats.org/officeDocument/2006/relationships/customXml" Target="../ink/ink32.xml"/><Relationship Id="rId41" Type="http://schemas.openxmlformats.org/officeDocument/2006/relationships/image" Target="../media/image47.png"/><Relationship Id="rId54" Type="http://schemas.openxmlformats.org/officeDocument/2006/relationships/customXml" Target="../ink/ink49.xml"/><Relationship Id="rId6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49" Type="http://schemas.openxmlformats.org/officeDocument/2006/relationships/image" Target="../media/image51.png"/><Relationship Id="rId57" Type="http://schemas.openxmlformats.org/officeDocument/2006/relationships/image" Target="../media/image55.png"/><Relationship Id="rId10" Type="http://schemas.openxmlformats.org/officeDocument/2006/relationships/customXml" Target="../ink/ink27.xml"/><Relationship Id="rId31" Type="http://schemas.openxmlformats.org/officeDocument/2006/relationships/image" Target="../media/image42.png"/><Relationship Id="rId44" Type="http://schemas.openxmlformats.org/officeDocument/2006/relationships/customXml" Target="../ink/ink44.xml"/><Relationship Id="rId52" Type="http://schemas.openxmlformats.org/officeDocument/2006/relationships/customXml" Target="../ink/ink48.xml"/><Relationship Id="rId60" Type="http://schemas.openxmlformats.org/officeDocument/2006/relationships/customXml" Target="../ink/ink52.xml"/><Relationship Id="rId65" Type="http://schemas.openxmlformats.org/officeDocument/2006/relationships/image" Target="../media/image59.png"/><Relationship Id="rId4" Type="http://schemas.openxmlformats.org/officeDocument/2006/relationships/customXml" Target="../ink/ink24.xml"/><Relationship Id="rId9" Type="http://schemas.openxmlformats.org/officeDocument/2006/relationships/image" Target="../media/image31.png"/><Relationship Id="rId13" Type="http://schemas.openxmlformats.org/officeDocument/2006/relationships/image" Target="../media/image33.png"/><Relationship Id="rId18" Type="http://schemas.openxmlformats.org/officeDocument/2006/relationships/customXml" Target="../ink/ink31.xml"/><Relationship Id="rId39" Type="http://schemas.openxmlformats.org/officeDocument/2006/relationships/image" Target="../media/image46.png"/><Relationship Id="rId34" Type="http://schemas.openxmlformats.org/officeDocument/2006/relationships/customXml" Target="../ink/ink39.xml"/><Relationship Id="rId50" Type="http://schemas.openxmlformats.org/officeDocument/2006/relationships/customXml" Target="../ink/ink47.xml"/><Relationship Id="rId55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41F3D-D24C-B05E-415F-89AC8990A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Learning 34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621BE-FDDB-B057-CF59-FB79BCF95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88349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D8D3C-F0A4-B456-1216-709D92A7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B21067-4B71-2DB7-C75C-069113B0C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0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92F3D5-2E09-A895-9375-D923908BA9E8}"/>
              </a:ext>
            </a:extLst>
          </p:cNvPr>
          <p:cNvSpPr txBox="1"/>
          <p:nvPr/>
        </p:nvSpPr>
        <p:spPr>
          <a:xfrm>
            <a:off x="3441700" y="806450"/>
            <a:ext cx="1892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데이터 </a:t>
            </a:r>
            <a:r>
              <a:rPr lang="en-US" altLang="ko-KR" sz="1200" dirty="0">
                <a:solidFill>
                  <a:srgbClr val="FF0000"/>
                </a:solidFill>
              </a:rPr>
              <a:t>label </a:t>
            </a:r>
            <a:r>
              <a:rPr lang="ko-KR" altLang="en-US" sz="1200" dirty="0">
                <a:solidFill>
                  <a:srgbClr val="FF0000"/>
                </a:solidFill>
              </a:rPr>
              <a:t>없어도 </a:t>
            </a:r>
            <a:r>
              <a:rPr lang="en-US" altLang="ko-KR" sz="1200" dirty="0">
                <a:solidFill>
                  <a:srgbClr val="FF0000"/>
                </a:solidFill>
              </a:rPr>
              <a:t>ok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DBF1DE6-EB23-50D3-0CF7-DD7DDB588F8A}"/>
                  </a:ext>
                </a:extLst>
              </p14:cNvPr>
              <p14:cNvContentPartPr/>
              <p14:nvPr/>
            </p14:nvContentPartPr>
            <p14:xfrm>
              <a:off x="3282680" y="1103610"/>
              <a:ext cx="2164680" cy="338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DBF1DE6-EB23-50D3-0CF7-DD7DDB588F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7040" y="1031970"/>
                <a:ext cx="22363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C0D29A3F-CA74-BE33-45F2-FC5420DADB32}"/>
                  </a:ext>
                </a:extLst>
              </p14:cNvPr>
              <p14:cNvContentPartPr/>
              <p14:nvPr/>
            </p14:nvContentPartPr>
            <p14:xfrm>
              <a:off x="6121280" y="1097850"/>
              <a:ext cx="1891800" cy="4104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C0D29A3F-CA74-BE33-45F2-FC5420DADB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5640" y="1026210"/>
                <a:ext cx="19634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CB67299D-D681-4431-FAB7-1A7791D52B51}"/>
                  </a:ext>
                </a:extLst>
              </p14:cNvPr>
              <p14:cNvContentPartPr/>
              <p14:nvPr/>
            </p14:nvContentPartPr>
            <p14:xfrm>
              <a:off x="8565320" y="1110090"/>
              <a:ext cx="1937160" cy="471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CB67299D-D681-4431-FAB7-1A7791D52B5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9320" y="1038450"/>
                <a:ext cx="2008800" cy="1908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7AE6712-598B-1BBC-E17E-029BD011624A}"/>
              </a:ext>
            </a:extLst>
          </p:cNvPr>
          <p:cNvSpPr txBox="1"/>
          <p:nvPr/>
        </p:nvSpPr>
        <p:spPr>
          <a:xfrm>
            <a:off x="2406650" y="1505641"/>
            <a:ext cx="424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Input, output dim &gt; Latent vector dim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38D6DD9-D96C-3F31-296C-77A0AB12C8D1}"/>
                  </a:ext>
                </a:extLst>
              </p14:cNvPr>
              <p14:cNvContentPartPr/>
              <p14:nvPr/>
            </p14:nvContentPartPr>
            <p14:xfrm>
              <a:off x="2831960" y="1555770"/>
              <a:ext cx="2026080" cy="3240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38D6DD9-D96C-3F31-296C-77A0AB12C8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22960" y="1546770"/>
                <a:ext cx="20437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9D168E7-90C4-2A45-F69D-E0414422F3AF}"/>
                  </a:ext>
                </a:extLst>
              </p14:cNvPr>
              <p14:cNvContentPartPr/>
              <p14:nvPr/>
            </p14:nvContentPartPr>
            <p14:xfrm>
              <a:off x="6908600" y="2754930"/>
              <a:ext cx="1815840" cy="3492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9D168E7-90C4-2A45-F69D-E0414422F3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99600" y="2745930"/>
                <a:ext cx="18334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3DA2D3E5-5D47-1CC0-679A-16BEF2C013A1}"/>
                  </a:ext>
                </a:extLst>
              </p14:cNvPr>
              <p14:cNvContentPartPr/>
              <p14:nvPr/>
            </p14:nvContentPartPr>
            <p14:xfrm>
              <a:off x="2253800" y="3054090"/>
              <a:ext cx="4434480" cy="3240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3DA2D3E5-5D47-1CC0-679A-16BEF2C013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45160" y="3045090"/>
                <a:ext cx="4452120" cy="5004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AD716BC-345D-6CCD-B4A1-FAF9A2D6A08F}"/>
              </a:ext>
            </a:extLst>
          </p:cNvPr>
          <p:cNvSpPr txBox="1"/>
          <p:nvPr/>
        </p:nvSpPr>
        <p:spPr>
          <a:xfrm>
            <a:off x="9056700" y="2761890"/>
            <a:ext cx="289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Ex) </a:t>
            </a:r>
            <a:r>
              <a:rPr lang="ko-KR" altLang="en-US" sz="1200" dirty="0">
                <a:solidFill>
                  <a:srgbClr val="FF0000"/>
                </a:solidFill>
              </a:rPr>
              <a:t>고양이 사진만 모아놓아야 </a:t>
            </a:r>
            <a:r>
              <a:rPr lang="ko-KR" altLang="en-US" sz="1200" dirty="0" err="1">
                <a:solidFill>
                  <a:srgbClr val="FF0000"/>
                </a:solidFill>
              </a:rPr>
              <a:t>압축잘함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/ </a:t>
            </a:r>
            <a:r>
              <a:rPr lang="ko-KR" altLang="en-US" sz="1200" dirty="0">
                <a:solidFill>
                  <a:srgbClr val="FF0000"/>
                </a:solidFill>
              </a:rPr>
              <a:t>여러 동물 </a:t>
            </a:r>
            <a:r>
              <a:rPr lang="ko-KR" altLang="en-US" sz="1200" dirty="0" err="1">
                <a:solidFill>
                  <a:srgbClr val="FF0000"/>
                </a:solidFill>
              </a:rPr>
              <a:t>모아놓으면</a:t>
            </a:r>
            <a:r>
              <a:rPr lang="ko-KR" altLang="en-US" sz="1200" dirty="0">
                <a:solidFill>
                  <a:srgbClr val="FF0000"/>
                </a:solidFill>
              </a:rPr>
              <a:t> 영</a:t>
            </a:r>
            <a:r>
              <a:rPr lang="en-US" altLang="ko-KR" sz="1200" dirty="0">
                <a:solidFill>
                  <a:srgbClr val="FF0000"/>
                </a:solidFill>
              </a:rPr>
              <a:t>..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F0A417-B2DE-766F-84AC-8D0F2BECD5A8}"/>
              </a:ext>
            </a:extLst>
          </p:cNvPr>
          <p:cNvSpPr txBox="1"/>
          <p:nvPr/>
        </p:nvSpPr>
        <p:spPr>
          <a:xfrm>
            <a:off x="6799780" y="2838646"/>
            <a:ext cx="2033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고양이 사진으로 </a:t>
            </a:r>
            <a:r>
              <a:rPr lang="en-US" altLang="ko-KR" sz="1050" dirty="0">
                <a:solidFill>
                  <a:srgbClr val="FF0000"/>
                </a:solidFill>
              </a:rPr>
              <a:t>train -&gt; </a:t>
            </a:r>
            <a:r>
              <a:rPr lang="ko-KR" altLang="en-US" sz="1050" dirty="0">
                <a:solidFill>
                  <a:srgbClr val="FF0000"/>
                </a:solidFill>
              </a:rPr>
              <a:t>강아지 사진 넣으면 성능저하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03C4A0-14FC-7234-55C4-A621D7D4E761}"/>
              </a:ext>
            </a:extLst>
          </p:cNvPr>
          <p:cNvSpPr txBox="1"/>
          <p:nvPr/>
        </p:nvSpPr>
        <p:spPr>
          <a:xfrm>
            <a:off x="2095500" y="3789081"/>
            <a:ext cx="3663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정보손실로 인해 </a:t>
            </a:r>
            <a:r>
              <a:rPr lang="en-US" altLang="ko-KR" sz="1200" dirty="0">
                <a:solidFill>
                  <a:srgbClr val="FF0000"/>
                </a:solidFill>
              </a:rPr>
              <a:t>output &lt; input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4077278C-022B-7892-8BCC-6CBEDCA55A19}"/>
                  </a:ext>
                </a:extLst>
              </p14:cNvPr>
              <p14:cNvContentPartPr/>
              <p14:nvPr/>
            </p14:nvContentPartPr>
            <p14:xfrm>
              <a:off x="2990720" y="5981610"/>
              <a:ext cx="360" cy="36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4077278C-022B-7892-8BCC-6CBEDCA55A1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82080" y="597261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C2F8E22E-B8AD-3C30-6C38-0C162C5FACB7}"/>
              </a:ext>
            </a:extLst>
          </p:cNvPr>
          <p:cNvGrpSpPr/>
          <p:nvPr/>
        </p:nvGrpSpPr>
        <p:grpSpPr>
          <a:xfrm>
            <a:off x="2996840" y="5962530"/>
            <a:ext cx="5093640" cy="599040"/>
            <a:chOff x="2996840" y="5962530"/>
            <a:chExt cx="5093640" cy="59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B6823FE4-E15E-2380-7C4F-F5CF4C2F8ADD}"/>
                    </a:ext>
                  </a:extLst>
                </p14:cNvPr>
                <p14:cNvContentPartPr/>
                <p14:nvPr/>
              </p14:nvContentPartPr>
              <p14:xfrm>
                <a:off x="2996840" y="5966130"/>
                <a:ext cx="2676600" cy="5702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B6823FE4-E15E-2380-7C4F-F5CF4C2F8AD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88200" y="5957130"/>
                  <a:ext cx="269424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5F17D761-FE76-83E0-1050-4F53877EDB65}"/>
                    </a:ext>
                  </a:extLst>
                </p14:cNvPr>
                <p14:cNvContentPartPr/>
                <p14:nvPr/>
              </p14:nvContentPartPr>
              <p14:xfrm>
                <a:off x="5676680" y="5962530"/>
                <a:ext cx="19800" cy="17100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5F17D761-FE76-83E0-1050-4F53877EDB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67680" y="5953530"/>
                  <a:ext cx="37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7C126E37-3019-6A63-CB31-9C291E825044}"/>
                    </a:ext>
                  </a:extLst>
                </p14:cNvPr>
                <p14:cNvContentPartPr/>
                <p14:nvPr/>
              </p14:nvContentPartPr>
              <p14:xfrm>
                <a:off x="5809880" y="5975130"/>
                <a:ext cx="2267280" cy="5864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7C126E37-3019-6A63-CB31-9C291E82504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01240" y="5966490"/>
                  <a:ext cx="22849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56AC2370-819C-6B05-F79D-9A576A943AE5}"/>
                    </a:ext>
                  </a:extLst>
                </p14:cNvPr>
                <p14:cNvContentPartPr/>
                <p14:nvPr/>
              </p14:nvContentPartPr>
              <p14:xfrm>
                <a:off x="8077160" y="6006810"/>
                <a:ext cx="13320" cy="16488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56AC2370-819C-6B05-F79D-9A576A943A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68160" y="5998170"/>
                  <a:ext cx="30960" cy="182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7E35B0C-F318-DB67-13F8-2D7571FFA770}"/>
              </a:ext>
            </a:extLst>
          </p:cNvPr>
          <p:cNvSpPr txBox="1"/>
          <p:nvPr/>
        </p:nvSpPr>
        <p:spPr>
          <a:xfrm>
            <a:off x="4074615" y="6133530"/>
            <a:ext cx="120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encode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CB65DF-7D89-83B0-211C-5D946EC17B7E}"/>
              </a:ext>
            </a:extLst>
          </p:cNvPr>
          <p:cNvSpPr txBox="1"/>
          <p:nvPr/>
        </p:nvSpPr>
        <p:spPr>
          <a:xfrm>
            <a:off x="6548195" y="6158173"/>
            <a:ext cx="99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decode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9FBDE-64F2-ADA8-0285-5FC2049E2016}"/>
              </a:ext>
            </a:extLst>
          </p:cNvPr>
          <p:cNvSpPr txBox="1"/>
          <p:nvPr/>
        </p:nvSpPr>
        <p:spPr>
          <a:xfrm>
            <a:off x="9206660" y="4862461"/>
            <a:ext cx="1645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= input                        </a:t>
            </a:r>
            <a:r>
              <a:rPr lang="en-US" altLang="ko-KR" dirty="0">
                <a:solidFill>
                  <a:srgbClr val="FF0000"/>
                </a:solidFill>
              </a:rPr>
              <a:t>(target)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B9761F-6B7A-5AD2-ED4A-1EE64356982D}"/>
              </a:ext>
            </a:extLst>
          </p:cNvPr>
          <p:cNvSpPr txBox="1"/>
          <p:nvPr/>
        </p:nvSpPr>
        <p:spPr>
          <a:xfrm>
            <a:off x="10248900" y="4897553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목적은 압축을 정보손실의 최소화를 이루면서 </a:t>
            </a:r>
            <a:r>
              <a:rPr lang="ko-KR" altLang="en-US" sz="1200" dirty="0" err="1">
                <a:solidFill>
                  <a:srgbClr val="FF0000"/>
                </a:solidFill>
              </a:rPr>
              <a:t>복원까지하는것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4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E2D85-EA65-2188-5392-1153D40E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708F74-A3BA-6DA0-3EAF-A5D56B4E4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4" y="0"/>
            <a:ext cx="12124176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6F8983-EF07-42A8-613D-9CCB81DAF116}"/>
              </a:ext>
            </a:extLst>
          </p:cNvPr>
          <p:cNvSpPr txBox="1"/>
          <p:nvPr/>
        </p:nvSpPr>
        <p:spPr>
          <a:xfrm>
            <a:off x="4064000" y="812800"/>
            <a:ext cx="480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Output </a:t>
            </a:r>
            <a:r>
              <a:rPr lang="ko-KR" altLang="en-US" sz="1200" dirty="0">
                <a:solidFill>
                  <a:srgbClr val="FF0000"/>
                </a:solidFill>
              </a:rPr>
              <a:t>과 </a:t>
            </a:r>
            <a:r>
              <a:rPr lang="en-US" altLang="ko-KR" sz="1200" dirty="0">
                <a:solidFill>
                  <a:srgbClr val="FF0000"/>
                </a:solidFill>
              </a:rPr>
              <a:t>input</a:t>
            </a:r>
            <a:r>
              <a:rPr lang="ko-KR" altLang="en-US" sz="1200" dirty="0">
                <a:solidFill>
                  <a:srgbClr val="FF0000"/>
                </a:solidFill>
              </a:rPr>
              <a:t>이 최대한 동일하게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97A59-A23C-92F8-DFB2-8C3BC08DB6BD}"/>
              </a:ext>
            </a:extLst>
          </p:cNvPr>
          <p:cNvSpPr txBox="1"/>
          <p:nvPr/>
        </p:nvSpPr>
        <p:spPr>
          <a:xfrm>
            <a:off x="9817100" y="2055813"/>
            <a:ext cx="203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실수 데이터 </a:t>
            </a:r>
            <a:r>
              <a:rPr lang="en-US" altLang="ko-KR" sz="1400" dirty="0">
                <a:solidFill>
                  <a:srgbClr val="FF0000"/>
                </a:solidFill>
              </a:rPr>
              <a:t>-&gt;MSE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이진 데이터 </a:t>
            </a:r>
            <a:r>
              <a:rPr lang="en-US" altLang="ko-KR" sz="1400" dirty="0">
                <a:solidFill>
                  <a:srgbClr val="FF0000"/>
                </a:solidFill>
              </a:rPr>
              <a:t>-&gt;Cross-entropy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609ED6C-9EB2-77BF-DECB-BC1B0EA1660E}"/>
              </a:ext>
            </a:extLst>
          </p:cNvPr>
          <p:cNvGrpSpPr/>
          <p:nvPr/>
        </p:nvGrpSpPr>
        <p:grpSpPr>
          <a:xfrm>
            <a:off x="2393840" y="3364410"/>
            <a:ext cx="6013080" cy="66600"/>
            <a:chOff x="2393840" y="3364410"/>
            <a:chExt cx="6013080" cy="6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BCD1FA9-A3AA-D03D-33E6-D3E8EBC47382}"/>
                    </a:ext>
                  </a:extLst>
                </p14:cNvPr>
                <p14:cNvContentPartPr/>
                <p14:nvPr/>
              </p14:nvContentPartPr>
              <p14:xfrm>
                <a:off x="2393840" y="3397170"/>
                <a:ext cx="2620800" cy="338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BCD1FA9-A3AA-D03D-33E6-D3E8EBC473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85200" y="3388170"/>
                  <a:ext cx="2638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426FDC7-E14A-B516-8949-C73EC0E1A40D}"/>
                    </a:ext>
                  </a:extLst>
                </p14:cNvPr>
                <p14:cNvContentPartPr/>
                <p14:nvPr/>
              </p14:nvContentPartPr>
              <p14:xfrm>
                <a:off x="5606840" y="3364410"/>
                <a:ext cx="2800080" cy="46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426FDC7-E14A-B516-8949-C73EC0E1A4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97840" y="3355770"/>
                  <a:ext cx="28177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C786C7A-1D3F-6714-FA0E-6B74BBFD9223}"/>
              </a:ext>
            </a:extLst>
          </p:cNvPr>
          <p:cNvGrpSpPr/>
          <p:nvPr/>
        </p:nvGrpSpPr>
        <p:grpSpPr>
          <a:xfrm>
            <a:off x="7161320" y="3998370"/>
            <a:ext cx="1964880" cy="390240"/>
            <a:chOff x="7161320" y="3998370"/>
            <a:chExt cx="19648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3A44172-E63C-FD22-E800-B5ACB277452F}"/>
                    </a:ext>
                  </a:extLst>
                </p14:cNvPr>
                <p14:cNvContentPartPr/>
                <p14:nvPr/>
              </p14:nvContentPartPr>
              <p14:xfrm>
                <a:off x="7161320" y="4286730"/>
                <a:ext cx="84240" cy="93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3A44172-E63C-FD22-E800-B5ACB27745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52680" y="4277730"/>
                  <a:ext cx="101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7D76E81-F2D7-2208-47D9-3AD3F99F4E75}"/>
                    </a:ext>
                  </a:extLst>
                </p14:cNvPr>
                <p14:cNvContentPartPr/>
                <p14:nvPr/>
              </p14:nvContentPartPr>
              <p14:xfrm>
                <a:off x="7339880" y="4298610"/>
                <a:ext cx="79200" cy="835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7D76E81-F2D7-2208-47D9-3AD3F99F4E7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31240" y="4289610"/>
                  <a:ext cx="96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EAEF6DF-37EF-08CB-9B15-B905C0BFDE7E}"/>
                    </a:ext>
                  </a:extLst>
                </p14:cNvPr>
                <p14:cNvContentPartPr/>
                <p14:nvPr/>
              </p14:nvContentPartPr>
              <p14:xfrm>
                <a:off x="8869520" y="4307250"/>
                <a:ext cx="71640" cy="752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EAEF6DF-37EF-08CB-9B15-B905C0BFDE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60520" y="4298250"/>
                  <a:ext cx="89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30EA598-302B-266D-0BB2-06E211F07116}"/>
                    </a:ext>
                  </a:extLst>
                </p14:cNvPr>
                <p14:cNvContentPartPr/>
                <p14:nvPr/>
              </p14:nvContentPartPr>
              <p14:xfrm>
                <a:off x="9065720" y="4307610"/>
                <a:ext cx="60480" cy="81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30EA598-302B-266D-0BB2-06E211F0711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57080" y="4298610"/>
                  <a:ext cx="78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D643CDE-4804-062F-8F41-5E8292DD5BBF}"/>
                    </a:ext>
                  </a:extLst>
                </p14:cNvPr>
                <p14:cNvContentPartPr/>
                <p14:nvPr/>
              </p14:nvContentPartPr>
              <p14:xfrm>
                <a:off x="7226120" y="4062090"/>
                <a:ext cx="1609920" cy="240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D643CDE-4804-062F-8F41-5E8292DD5B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7120" y="4053090"/>
                  <a:ext cx="16275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3A715F0-DF6C-969A-CBD8-5F9D9067A3FB}"/>
                    </a:ext>
                  </a:extLst>
                </p14:cNvPr>
                <p14:cNvContentPartPr/>
                <p14:nvPr/>
              </p14:nvContentPartPr>
              <p14:xfrm>
                <a:off x="7442120" y="3998370"/>
                <a:ext cx="1630440" cy="319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3A715F0-DF6C-969A-CBD8-5F9D9067A3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33120" y="3989730"/>
                  <a:ext cx="1648080" cy="337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3580E82-EF9A-5E04-F62D-5ADECB4C03B6}"/>
              </a:ext>
            </a:extLst>
          </p:cNvPr>
          <p:cNvSpPr txBox="1"/>
          <p:nvPr/>
        </p:nvSpPr>
        <p:spPr>
          <a:xfrm>
            <a:off x="9126200" y="3498850"/>
            <a:ext cx="192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Loss </a:t>
            </a:r>
            <a:r>
              <a:rPr lang="en-US" altLang="ko-KR" sz="1200" dirty="0" err="1">
                <a:solidFill>
                  <a:srgbClr val="FF0000"/>
                </a:solidFill>
              </a:rPr>
              <a:t>fuction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-&gt;</a:t>
            </a:r>
            <a:r>
              <a:rPr lang="ko-KR" altLang="en-US" sz="1200" dirty="0" err="1">
                <a:solidFill>
                  <a:srgbClr val="FF0000"/>
                </a:solidFill>
              </a:rPr>
              <a:t>픽셀하나당의</a:t>
            </a:r>
            <a:r>
              <a:rPr lang="ko-KR" altLang="en-US" sz="1200" dirty="0">
                <a:solidFill>
                  <a:srgbClr val="FF0000"/>
                </a:solidFill>
              </a:rPr>
              <a:t> 차이를 나타내면 됨</a:t>
            </a:r>
          </a:p>
        </p:txBody>
      </p:sp>
    </p:spTree>
    <p:extLst>
      <p:ext uri="{BB962C8B-B14F-4D97-AF65-F5344CB8AC3E}">
        <p14:creationId xmlns:p14="http://schemas.microsoft.com/office/powerpoint/2010/main" val="232996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BB0B6-F902-282C-A46C-62E9188E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인간의 얼굴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9BFA3D-A5D7-D5BE-F574-AB3A4CD68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9684" cy="68580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C3629418-E3E5-027F-EA05-273D15AF779C}"/>
                  </a:ext>
                </a:extLst>
              </p14:cNvPr>
              <p14:cNvContentPartPr/>
              <p14:nvPr/>
            </p14:nvContentPartPr>
            <p14:xfrm>
              <a:off x="2399960" y="4107090"/>
              <a:ext cx="426960" cy="5857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C3629418-E3E5-027F-EA05-273D15AF77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0960" y="4098450"/>
                <a:ext cx="444600" cy="6033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C6772D9-4004-09A6-E6E3-D46F1F12C10A}"/>
              </a:ext>
            </a:extLst>
          </p:cNvPr>
          <p:cNvSpPr txBox="1"/>
          <p:nvPr/>
        </p:nvSpPr>
        <p:spPr>
          <a:xfrm>
            <a:off x="1804570" y="4908550"/>
            <a:ext cx="2044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얘는 </a:t>
            </a:r>
            <a:r>
              <a:rPr lang="en-US" altLang="ko-KR" sz="1100" dirty="0">
                <a:solidFill>
                  <a:srgbClr val="FF0000"/>
                </a:solidFill>
              </a:rPr>
              <a:t>input</a:t>
            </a:r>
            <a:r>
              <a:rPr lang="ko-KR" altLang="en-US" sz="1100" dirty="0">
                <a:solidFill>
                  <a:srgbClr val="FF0000"/>
                </a:solidFill>
              </a:rPr>
              <a:t>의 거의 </a:t>
            </a:r>
            <a:r>
              <a:rPr lang="ko-KR" altLang="en-US" sz="1100" dirty="0" err="1">
                <a:solidFill>
                  <a:srgbClr val="FF0000"/>
                </a:solidFill>
              </a:rPr>
              <a:t>모든정보를</a:t>
            </a:r>
            <a:r>
              <a:rPr lang="ko-KR" altLang="en-US" sz="1100" dirty="0">
                <a:solidFill>
                  <a:srgbClr val="FF0000"/>
                </a:solidFill>
              </a:rPr>
              <a:t> 지니고 있어야</a:t>
            </a:r>
            <a:r>
              <a:rPr lang="en-US" altLang="ko-KR" sz="1100" dirty="0">
                <a:solidFill>
                  <a:srgbClr val="FF0000"/>
                </a:solidFill>
              </a:rPr>
              <a:t>..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B1F47DF-5745-1EB3-15C8-DAA503F49254}"/>
                  </a:ext>
                </a:extLst>
              </p14:cNvPr>
              <p14:cNvContentPartPr/>
              <p14:nvPr/>
            </p14:nvContentPartPr>
            <p14:xfrm>
              <a:off x="2635040" y="4705050"/>
              <a:ext cx="45000" cy="2408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B1F47DF-5745-1EB3-15C8-DAA503F492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6400" y="4696410"/>
                <a:ext cx="626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EFCC6DA-EFC8-E304-D95F-8007355A3C19}"/>
                  </a:ext>
                </a:extLst>
              </p14:cNvPr>
              <p14:cNvContentPartPr/>
              <p14:nvPr/>
            </p14:nvContentPartPr>
            <p14:xfrm>
              <a:off x="8546960" y="5213010"/>
              <a:ext cx="2145960" cy="133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EFCC6DA-EFC8-E304-D95F-8007355A3C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38320" y="5204010"/>
                <a:ext cx="21636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9EC0FC7-2D73-0DF6-C795-0D28AF56896D}"/>
                  </a:ext>
                </a:extLst>
              </p14:cNvPr>
              <p14:cNvContentPartPr/>
              <p14:nvPr/>
            </p14:nvContentPartPr>
            <p14:xfrm>
              <a:off x="8292800" y="5537010"/>
              <a:ext cx="1771560" cy="1944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9EC0FC7-2D73-0DF6-C795-0D28AF5689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84160" y="5528010"/>
                <a:ext cx="1789200" cy="37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BE86A69-2368-984E-232E-756764D3EF72}"/>
              </a:ext>
            </a:extLst>
          </p:cNvPr>
          <p:cNvSpPr txBox="1"/>
          <p:nvPr/>
        </p:nvSpPr>
        <p:spPr>
          <a:xfrm>
            <a:off x="6350000" y="4645133"/>
            <a:ext cx="408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사람 얼굴의 가장 중요한 </a:t>
            </a:r>
            <a:r>
              <a:rPr lang="en-US" altLang="ko-KR" sz="1400" dirty="0">
                <a:solidFill>
                  <a:srgbClr val="FF0000"/>
                </a:solidFill>
              </a:rPr>
              <a:t>attributes (features)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A7410-7F13-B6E1-F5B0-B3A588113B6C}"/>
              </a:ext>
            </a:extLst>
          </p:cNvPr>
          <p:cNvSpPr txBox="1"/>
          <p:nvPr/>
        </p:nvSpPr>
        <p:spPr>
          <a:xfrm>
            <a:off x="1804570" y="2732903"/>
            <a:ext cx="666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높은 차원을 낮은 차원</a:t>
            </a:r>
            <a:r>
              <a:rPr lang="en-US" altLang="ko-KR" sz="1600" dirty="0">
                <a:solidFill>
                  <a:srgbClr val="FF0000"/>
                </a:solidFill>
              </a:rPr>
              <a:t>(2,3</a:t>
            </a:r>
            <a:r>
              <a:rPr lang="ko-KR" altLang="en-US" sz="1600" dirty="0">
                <a:solidFill>
                  <a:srgbClr val="FF0000"/>
                </a:solidFill>
              </a:rPr>
              <a:t>차원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>
                <a:solidFill>
                  <a:srgbClr val="FF0000"/>
                </a:solidFill>
              </a:rPr>
              <a:t>으로 줄여서 </a:t>
            </a:r>
            <a:r>
              <a:rPr lang="ko-KR" altLang="en-US" sz="1600" dirty="0" err="1">
                <a:solidFill>
                  <a:srgbClr val="FF0000"/>
                </a:solidFill>
              </a:rPr>
              <a:t>시각화시킴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03D474-9B81-C78A-157A-FB887F7F80A1}"/>
              </a:ext>
            </a:extLst>
          </p:cNvPr>
          <p:cNvSpPr txBox="1"/>
          <p:nvPr/>
        </p:nvSpPr>
        <p:spPr>
          <a:xfrm>
            <a:off x="3849270" y="1879797"/>
            <a:ext cx="6978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낮은 차원의 </a:t>
            </a:r>
            <a:r>
              <a:rPr lang="en-US" altLang="ko-KR" sz="1400" dirty="0">
                <a:solidFill>
                  <a:srgbClr val="FF0000"/>
                </a:solidFill>
              </a:rPr>
              <a:t>input</a:t>
            </a:r>
            <a:r>
              <a:rPr lang="ko-KR" altLang="en-US" sz="1400" dirty="0">
                <a:solidFill>
                  <a:srgbClr val="FF0000"/>
                </a:solidFill>
              </a:rPr>
              <a:t>만 사용가능한 알고리즘에 사용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37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4075B-E956-8992-B8AD-50F90051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내용 개체 틀 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511387-BF7B-6B35-8534-292E3E503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1" y="140312"/>
            <a:ext cx="10515600" cy="15503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F827D1-FE86-0A4F-1A59-29C114B6768E}"/>
              </a:ext>
            </a:extLst>
          </p:cNvPr>
          <p:cNvSpPr txBox="1"/>
          <p:nvPr/>
        </p:nvSpPr>
        <p:spPr>
          <a:xfrm>
            <a:off x="4442346" y="777000"/>
            <a:ext cx="5773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주성분 분석 </a:t>
            </a:r>
            <a:r>
              <a:rPr lang="en-US" altLang="ko-KR" sz="1400" dirty="0">
                <a:solidFill>
                  <a:srgbClr val="FF0000"/>
                </a:solidFill>
              </a:rPr>
              <a:t>-&gt; </a:t>
            </a:r>
            <a:r>
              <a:rPr lang="ko-KR" altLang="en-US" sz="1400" dirty="0">
                <a:solidFill>
                  <a:srgbClr val="FF0000"/>
                </a:solidFill>
              </a:rPr>
              <a:t>데이터를 묘사할 낮은 차원의</a:t>
            </a:r>
            <a:r>
              <a:rPr lang="en-US" altLang="ko-KR" sz="1400" dirty="0">
                <a:solidFill>
                  <a:srgbClr val="FF0000"/>
                </a:solidFill>
              </a:rPr>
              <a:t>linear</a:t>
            </a:r>
            <a:r>
              <a:rPr lang="ko-KR" altLang="en-US" sz="1400" dirty="0">
                <a:solidFill>
                  <a:srgbClr val="FF0000"/>
                </a:solidFill>
              </a:rPr>
              <a:t>한 </a:t>
            </a:r>
            <a:r>
              <a:rPr lang="en-US" altLang="ko-KR" sz="1400" dirty="0">
                <a:solidFill>
                  <a:srgbClr val="FF0000"/>
                </a:solidFill>
              </a:rPr>
              <a:t>hyperplane </a:t>
            </a:r>
            <a:r>
              <a:rPr lang="ko-KR" altLang="en-US" sz="1400" dirty="0">
                <a:solidFill>
                  <a:srgbClr val="FF0000"/>
                </a:solidFill>
              </a:rPr>
              <a:t>찾기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EEED5-37E9-814D-F239-A209F0CF0401}"/>
              </a:ext>
            </a:extLst>
          </p:cNvPr>
          <p:cNvSpPr txBox="1"/>
          <p:nvPr/>
        </p:nvSpPr>
        <p:spPr>
          <a:xfrm>
            <a:off x="5755375" y="1382911"/>
            <a:ext cx="5877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Ae -&gt; </a:t>
            </a:r>
            <a:r>
              <a:rPr lang="ko-KR" altLang="en-US" sz="1400" dirty="0">
                <a:solidFill>
                  <a:srgbClr val="FF0000"/>
                </a:solidFill>
              </a:rPr>
              <a:t>데이터를 낮은 차원으로 표현하기 위해 </a:t>
            </a:r>
            <a:r>
              <a:rPr lang="en-US" altLang="ko-KR" sz="1400" dirty="0">
                <a:solidFill>
                  <a:srgbClr val="FF0000"/>
                </a:solidFill>
              </a:rPr>
              <a:t>nonlinear manifold </a:t>
            </a:r>
            <a:r>
              <a:rPr lang="ko-KR" altLang="en-US" sz="1400" dirty="0">
                <a:solidFill>
                  <a:srgbClr val="FF0000"/>
                </a:solidFill>
              </a:rPr>
              <a:t>사용</a:t>
            </a:r>
          </a:p>
        </p:txBody>
      </p:sp>
      <p:pic>
        <p:nvPicPr>
          <p:cNvPr id="13" name="그림 12" descr="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0EAB96-B88C-074F-A777-4A5D450B2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62" y="1690688"/>
            <a:ext cx="4313238" cy="3281362"/>
          </a:xfrm>
          <a:prstGeom prst="rect">
            <a:avLst/>
          </a:prstGeom>
        </p:spPr>
      </p:pic>
      <p:pic>
        <p:nvPicPr>
          <p:cNvPr id="15" name="그림 14" descr="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5CADF0-41AC-6485-A38C-3765AAF8D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276" y="1690688"/>
            <a:ext cx="4337785" cy="32369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F424DE62-280E-0D53-4CBC-C21865FE721A}"/>
                  </a:ext>
                </a:extLst>
              </p14:cNvPr>
              <p14:cNvContentPartPr/>
              <p14:nvPr/>
            </p14:nvContentPartPr>
            <p14:xfrm>
              <a:off x="1714520" y="2922330"/>
              <a:ext cx="382680" cy="4179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F424DE62-280E-0D53-4CBC-C21865FE72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5520" y="2913690"/>
                <a:ext cx="40032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73DEC681-D625-1756-5225-5E0A194BCAA5}"/>
                  </a:ext>
                </a:extLst>
              </p14:cNvPr>
              <p14:cNvContentPartPr/>
              <p14:nvPr/>
            </p14:nvContentPartPr>
            <p14:xfrm>
              <a:off x="2044280" y="3092250"/>
              <a:ext cx="375480" cy="47628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73DEC681-D625-1756-5225-5E0A194BCA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35280" y="3083610"/>
                <a:ext cx="393120" cy="49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0C8AE2E0-591C-0F6A-1B08-622C9C67A59C}"/>
              </a:ext>
            </a:extLst>
          </p:cNvPr>
          <p:cNvGrpSpPr/>
          <p:nvPr/>
        </p:nvGrpSpPr>
        <p:grpSpPr>
          <a:xfrm>
            <a:off x="2312120" y="3098730"/>
            <a:ext cx="126720" cy="56520"/>
            <a:chOff x="2312120" y="3098730"/>
            <a:chExt cx="126720" cy="5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93FAB92-A683-D640-6A1C-4794FF53A550}"/>
                    </a:ext>
                  </a:extLst>
                </p14:cNvPr>
                <p14:cNvContentPartPr/>
                <p14:nvPr/>
              </p14:nvContentPartPr>
              <p14:xfrm>
                <a:off x="2312120" y="3098730"/>
                <a:ext cx="101160" cy="13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93FAB92-A683-D640-6A1C-4794FF53A5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3480" y="3089730"/>
                  <a:ext cx="118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ED2609D-221D-BB07-06DB-CEC4980A052F}"/>
                    </a:ext>
                  </a:extLst>
                </p14:cNvPr>
                <p14:cNvContentPartPr/>
                <p14:nvPr/>
              </p14:nvContentPartPr>
              <p14:xfrm>
                <a:off x="2412920" y="3108450"/>
                <a:ext cx="25920" cy="46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ED2609D-221D-BB07-06DB-CEC4980A05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03920" y="3099810"/>
                  <a:ext cx="4356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723BB17E-85DE-AB1B-9A1F-F94AD70CF627}"/>
                  </a:ext>
                </a:extLst>
              </p14:cNvPr>
              <p14:cNvContentPartPr/>
              <p14:nvPr/>
            </p14:nvContentPartPr>
            <p14:xfrm>
              <a:off x="2374760" y="3193770"/>
              <a:ext cx="191160" cy="33660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723BB17E-85DE-AB1B-9A1F-F94AD70CF6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65760" y="3185130"/>
                <a:ext cx="2088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C24C489D-839C-A580-0036-EDB29059EB0B}"/>
                  </a:ext>
                </a:extLst>
              </p14:cNvPr>
              <p14:cNvContentPartPr/>
              <p14:nvPr/>
            </p14:nvContentPartPr>
            <p14:xfrm>
              <a:off x="2882720" y="3403290"/>
              <a:ext cx="178560" cy="25416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C24C489D-839C-A580-0036-EDB29059EB0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3720" y="3394650"/>
                <a:ext cx="19620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E4BE3A2-8FE4-4D18-55D9-3F62387B789D}"/>
                  </a:ext>
                </a:extLst>
              </p14:cNvPr>
              <p14:cNvContentPartPr/>
              <p14:nvPr/>
            </p14:nvContentPartPr>
            <p14:xfrm>
              <a:off x="2995760" y="3397170"/>
              <a:ext cx="71640" cy="1728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E4BE3A2-8FE4-4D18-55D9-3F62387B78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86760" y="3388170"/>
                <a:ext cx="892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908C4E42-137E-0087-1B01-2DC9E1903EE6}"/>
                  </a:ext>
                </a:extLst>
              </p14:cNvPr>
              <p14:cNvContentPartPr/>
              <p14:nvPr/>
            </p14:nvContentPartPr>
            <p14:xfrm>
              <a:off x="3079640" y="3384570"/>
              <a:ext cx="19440" cy="5040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908C4E42-137E-0087-1B01-2DC9E1903E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70640" y="3375570"/>
                <a:ext cx="37080" cy="6804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F8B9546-D91F-076C-4963-96958F81B6D5}"/>
              </a:ext>
            </a:extLst>
          </p:cNvPr>
          <p:cNvSpPr txBox="1"/>
          <p:nvPr/>
        </p:nvSpPr>
        <p:spPr>
          <a:xfrm>
            <a:off x="3089360" y="2490956"/>
            <a:ext cx="172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PCA -&gt; 2 dim </a:t>
            </a:r>
            <a:r>
              <a:rPr lang="ko-KR" altLang="en-US" sz="1200" dirty="0">
                <a:solidFill>
                  <a:srgbClr val="FF0000"/>
                </a:solidFill>
              </a:rPr>
              <a:t>데이터 </a:t>
            </a:r>
            <a:r>
              <a:rPr lang="en-US" altLang="ko-KR" sz="1200" dirty="0">
                <a:solidFill>
                  <a:srgbClr val="FF0000"/>
                </a:solidFill>
              </a:rPr>
              <a:t>projection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B866016-0473-54AA-33B6-85B9252DE737}"/>
              </a:ext>
            </a:extLst>
          </p:cNvPr>
          <p:cNvGrpSpPr/>
          <p:nvPr/>
        </p:nvGrpSpPr>
        <p:grpSpPr>
          <a:xfrm>
            <a:off x="4228760" y="3384570"/>
            <a:ext cx="343800" cy="654120"/>
            <a:chOff x="4228760" y="3384570"/>
            <a:chExt cx="343800" cy="6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45268AB0-7CDF-0D9B-94DD-BA79B27DED2D}"/>
                    </a:ext>
                  </a:extLst>
                </p14:cNvPr>
                <p14:cNvContentPartPr/>
                <p14:nvPr/>
              </p14:nvContentPartPr>
              <p14:xfrm>
                <a:off x="4228760" y="3949770"/>
                <a:ext cx="50760" cy="8892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45268AB0-7CDF-0D9B-94DD-BA79B27DED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20120" y="3941130"/>
                  <a:ext cx="68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8C7CE1C5-114A-9E2C-10CB-B81755018FB8}"/>
                    </a:ext>
                  </a:extLst>
                </p14:cNvPr>
                <p14:cNvContentPartPr/>
                <p14:nvPr/>
              </p14:nvContentPartPr>
              <p14:xfrm>
                <a:off x="4279880" y="3949770"/>
                <a:ext cx="2880" cy="3420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8C7CE1C5-114A-9E2C-10CB-B81755018F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70880" y="3940770"/>
                  <a:ext cx="20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2642D674-7C20-F540-1351-248ECF0A1739}"/>
                    </a:ext>
                  </a:extLst>
                </p14:cNvPr>
                <p14:cNvContentPartPr/>
                <p14:nvPr/>
              </p14:nvContentPartPr>
              <p14:xfrm>
                <a:off x="4261880" y="3384570"/>
                <a:ext cx="310680" cy="5277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2642D674-7C20-F540-1351-248ECF0A17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2880" y="3375570"/>
                  <a:ext cx="32832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FE39DC57-8B5D-DAB4-D970-AD039C5D7451}"/>
                    </a:ext>
                  </a:extLst>
                </p14:cNvPr>
                <p14:cNvContentPartPr/>
                <p14:nvPr/>
              </p14:nvContentPartPr>
              <p14:xfrm>
                <a:off x="4247840" y="3873450"/>
                <a:ext cx="38520" cy="3888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FE39DC57-8B5D-DAB4-D970-AD039C5D74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39200" y="3864450"/>
                  <a:ext cx="56160" cy="56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6A8DB77-B562-14F0-B95F-8C9F36CE2A21}"/>
              </a:ext>
            </a:extLst>
          </p:cNvPr>
          <p:cNvSpPr txBox="1"/>
          <p:nvPr/>
        </p:nvSpPr>
        <p:spPr>
          <a:xfrm>
            <a:off x="4228760" y="2873171"/>
            <a:ext cx="2234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다른 데이터를 거의 비슷하게 기술하는 문제점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B10579C8-867F-1EB8-F0B8-D14816A46F21}"/>
                  </a:ext>
                </a:extLst>
              </p14:cNvPr>
              <p14:cNvContentPartPr/>
              <p14:nvPr/>
            </p14:nvContentPartPr>
            <p14:xfrm>
              <a:off x="2095400" y="2933490"/>
              <a:ext cx="38520" cy="167688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B10579C8-867F-1EB8-F0B8-D14816A46F2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86400" y="2924490"/>
                <a:ext cx="56160" cy="169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그룹 57">
            <a:extLst>
              <a:ext uri="{FF2B5EF4-FFF2-40B4-BE49-F238E27FC236}">
                <a16:creationId xmlns:a16="http://schemas.microsoft.com/office/drawing/2014/main" id="{A1F63091-8F1C-B248-6337-27E34C9EE240}"/>
              </a:ext>
            </a:extLst>
          </p:cNvPr>
          <p:cNvGrpSpPr/>
          <p:nvPr/>
        </p:nvGrpSpPr>
        <p:grpSpPr>
          <a:xfrm>
            <a:off x="2398520" y="3098730"/>
            <a:ext cx="256320" cy="1512360"/>
            <a:chOff x="2398520" y="3098730"/>
            <a:chExt cx="256320" cy="15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51AE685B-40F0-227B-BD61-0EA73C84955A}"/>
                    </a:ext>
                  </a:extLst>
                </p14:cNvPr>
                <p14:cNvContentPartPr/>
                <p14:nvPr/>
              </p14:nvContentPartPr>
              <p14:xfrm>
                <a:off x="2398520" y="3098730"/>
                <a:ext cx="59400" cy="151092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51AE685B-40F0-227B-BD61-0EA73C8495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9520" y="3089730"/>
                  <a:ext cx="77040" cy="15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49046730-6BE9-7AC4-D80F-26A07034CFF1}"/>
                    </a:ext>
                  </a:extLst>
                </p14:cNvPr>
                <p14:cNvContentPartPr/>
                <p14:nvPr/>
              </p14:nvContentPartPr>
              <p14:xfrm>
                <a:off x="2590760" y="3181170"/>
                <a:ext cx="64080" cy="14299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49046730-6BE9-7AC4-D80F-26A07034CFF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81760" y="3172170"/>
                  <a:ext cx="81720" cy="144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0413D404-08C2-BDE6-5F46-4A549AA9EE3E}"/>
                  </a:ext>
                </a:extLst>
              </p14:cNvPr>
              <p14:cNvContentPartPr/>
              <p14:nvPr/>
            </p14:nvContentPartPr>
            <p14:xfrm>
              <a:off x="3092240" y="3397170"/>
              <a:ext cx="32040" cy="1200240"/>
            </p14:xfrm>
          </p:contentPart>
        </mc:Choice>
        <mc:Fallback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0413D404-08C2-BDE6-5F46-4A549AA9EE3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83240" y="3388170"/>
                <a:ext cx="49680" cy="12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96147A4B-AD13-88E3-C3DD-571F9D510383}"/>
                  </a:ext>
                </a:extLst>
              </p14:cNvPr>
              <p14:cNvContentPartPr/>
              <p14:nvPr/>
            </p14:nvContentPartPr>
            <p14:xfrm>
              <a:off x="4286000" y="3962010"/>
              <a:ext cx="40320" cy="62856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96147A4B-AD13-88E3-C3DD-571F9D5103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77360" y="3953370"/>
                <a:ext cx="5796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116C6237-C7B6-05EF-4C0D-D1B3A45195D6}"/>
                  </a:ext>
                </a:extLst>
              </p14:cNvPr>
              <p14:cNvContentPartPr/>
              <p14:nvPr/>
            </p14:nvContentPartPr>
            <p14:xfrm>
              <a:off x="4254320" y="3924210"/>
              <a:ext cx="25920" cy="69156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116C6237-C7B6-05EF-4C0D-D1B3A45195D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45680" y="3915210"/>
                <a:ext cx="4356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B12E13F0-3BAF-88AF-3758-A4F073B77311}"/>
                  </a:ext>
                </a:extLst>
              </p14:cNvPr>
              <p14:cNvContentPartPr/>
              <p14:nvPr/>
            </p14:nvContentPartPr>
            <p14:xfrm>
              <a:off x="4208600" y="4501290"/>
              <a:ext cx="192960" cy="211680"/>
            </p14:xfrm>
          </p:contentPart>
        </mc:Choice>
        <mc:Fallback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B12E13F0-3BAF-88AF-3758-A4F073B7731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199960" y="4492290"/>
                <a:ext cx="2106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7F73388B-1239-0083-DF01-5A0C18CB1FAE}"/>
                  </a:ext>
                </a:extLst>
              </p14:cNvPr>
              <p14:cNvContentPartPr/>
              <p14:nvPr/>
            </p14:nvContentPartPr>
            <p14:xfrm>
              <a:off x="7340240" y="3193770"/>
              <a:ext cx="121320" cy="88920"/>
            </p14:xfrm>
          </p:contentPart>
        </mc:Choice>
        <mc:Fallback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7F73388B-1239-0083-DF01-5A0C18CB1FA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31240" y="3185130"/>
                <a:ext cx="13896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그룹 72">
            <a:extLst>
              <a:ext uri="{FF2B5EF4-FFF2-40B4-BE49-F238E27FC236}">
                <a16:creationId xmlns:a16="http://schemas.microsoft.com/office/drawing/2014/main" id="{B4CF68EC-9151-4A31-618A-7D2F25C2EA14}"/>
              </a:ext>
            </a:extLst>
          </p:cNvPr>
          <p:cNvGrpSpPr/>
          <p:nvPr/>
        </p:nvGrpSpPr>
        <p:grpSpPr>
          <a:xfrm>
            <a:off x="7388480" y="3175050"/>
            <a:ext cx="97560" cy="56880"/>
            <a:chOff x="7388480" y="3175050"/>
            <a:chExt cx="97560" cy="5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B8F9F4DE-A914-DC4F-F5B1-230FD7A9C0BE}"/>
                    </a:ext>
                  </a:extLst>
                </p14:cNvPr>
                <p14:cNvContentPartPr/>
                <p14:nvPr/>
              </p14:nvContentPartPr>
              <p14:xfrm>
                <a:off x="7388480" y="3175050"/>
                <a:ext cx="85680" cy="2844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B8F9F4DE-A914-DC4F-F5B1-230FD7A9C0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79480" y="3166050"/>
                  <a:ext cx="103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A75CEDA6-F749-E9DE-DFF6-3D509C97EC79}"/>
                    </a:ext>
                  </a:extLst>
                </p14:cNvPr>
                <p14:cNvContentPartPr/>
                <p14:nvPr/>
              </p14:nvContentPartPr>
              <p14:xfrm>
                <a:off x="7467680" y="3206730"/>
                <a:ext cx="18360" cy="2520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A75CEDA6-F749-E9DE-DFF6-3D509C97EC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58680" y="3197730"/>
                  <a:ext cx="360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A3D61BA-1EDE-B79B-F006-89160FC1D9EE}"/>
              </a:ext>
            </a:extLst>
          </p:cNvPr>
          <p:cNvGrpSpPr/>
          <p:nvPr/>
        </p:nvGrpSpPr>
        <p:grpSpPr>
          <a:xfrm>
            <a:off x="8237360" y="3175050"/>
            <a:ext cx="132120" cy="249480"/>
            <a:chOff x="8237360" y="3175050"/>
            <a:chExt cx="13212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902C3349-C5B4-302E-5AD3-CD2B99BC06D4}"/>
                    </a:ext>
                  </a:extLst>
                </p14:cNvPr>
                <p14:cNvContentPartPr/>
                <p14:nvPr/>
              </p14:nvContentPartPr>
              <p14:xfrm>
                <a:off x="8244200" y="3175050"/>
                <a:ext cx="125280" cy="24300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902C3349-C5B4-302E-5AD3-CD2B99BC06D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35560" y="3166050"/>
                  <a:ext cx="142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8AF1171B-3AB9-E9F9-0462-6324DA80FEB9}"/>
                    </a:ext>
                  </a:extLst>
                </p14:cNvPr>
                <p14:cNvContentPartPr/>
                <p14:nvPr/>
              </p14:nvContentPartPr>
              <p14:xfrm>
                <a:off x="8237360" y="3352890"/>
                <a:ext cx="43560" cy="716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8AF1171B-3AB9-E9F9-0462-6324DA80FE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28720" y="3343890"/>
                  <a:ext cx="6120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FEB787D-0E77-D436-A70B-89A647BEF71B}"/>
              </a:ext>
            </a:extLst>
          </p:cNvPr>
          <p:cNvGrpSpPr/>
          <p:nvPr/>
        </p:nvGrpSpPr>
        <p:grpSpPr>
          <a:xfrm>
            <a:off x="9665120" y="4032210"/>
            <a:ext cx="75960" cy="90720"/>
            <a:chOff x="9665120" y="4032210"/>
            <a:chExt cx="7596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EC158994-1928-E0B0-33E5-54CAF5BB3FD7}"/>
                    </a:ext>
                  </a:extLst>
                </p14:cNvPr>
                <p14:cNvContentPartPr/>
                <p14:nvPr/>
              </p14:nvContentPartPr>
              <p14:xfrm>
                <a:off x="9665120" y="4032210"/>
                <a:ext cx="63000" cy="907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EC158994-1928-E0B0-33E5-54CAF5BB3F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56480" y="4023210"/>
                  <a:ext cx="80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48CD301A-33C6-1ECD-BB86-2C18C6BB5EFD}"/>
                    </a:ext>
                  </a:extLst>
                </p14:cNvPr>
                <p14:cNvContentPartPr/>
                <p14:nvPr/>
              </p14:nvContentPartPr>
              <p14:xfrm>
                <a:off x="9740720" y="4064970"/>
                <a:ext cx="360" cy="5004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48CD301A-33C6-1ECD-BB86-2C18C6BB5E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2080" y="4055970"/>
                  <a:ext cx="1800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B7077DCA-F796-99A8-B63F-EC4CF7FFCC63}"/>
                  </a:ext>
                </a:extLst>
              </p14:cNvPr>
              <p14:cNvContentPartPr/>
              <p14:nvPr/>
            </p14:nvContentPartPr>
            <p14:xfrm>
              <a:off x="7480280" y="3168570"/>
              <a:ext cx="44640" cy="1391040"/>
            </p14:xfrm>
          </p:contentPart>
        </mc:Choice>
        <mc:Fallback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B7077DCA-F796-99A8-B63F-EC4CF7FFCC6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71280" y="3159570"/>
                <a:ext cx="62280" cy="14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F0734E0D-927C-A12F-81B3-A8CD7305A09E}"/>
                  </a:ext>
                </a:extLst>
              </p14:cNvPr>
              <p14:cNvContentPartPr/>
              <p14:nvPr/>
            </p14:nvContentPartPr>
            <p14:xfrm>
              <a:off x="8248520" y="3422730"/>
              <a:ext cx="6480" cy="1149480"/>
            </p14:xfrm>
          </p:contentPart>
        </mc:Choice>
        <mc:Fallback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F0734E0D-927C-A12F-81B3-A8CD7305A09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39520" y="3413730"/>
                <a:ext cx="24120" cy="11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13CAAEC9-6E34-6425-624A-E1BC1798EA69}"/>
                  </a:ext>
                </a:extLst>
              </p14:cNvPr>
              <p14:cNvContentPartPr/>
              <p14:nvPr/>
            </p14:nvContentPartPr>
            <p14:xfrm>
              <a:off x="9734240" y="4114650"/>
              <a:ext cx="7200" cy="463320"/>
            </p14:xfrm>
          </p:contentPart>
        </mc:Choice>
        <mc:Fallback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13CAAEC9-6E34-6425-624A-E1BC1798EA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25600" y="4105650"/>
                <a:ext cx="24840" cy="48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그룹 97">
            <a:extLst>
              <a:ext uri="{FF2B5EF4-FFF2-40B4-BE49-F238E27FC236}">
                <a16:creationId xmlns:a16="http://schemas.microsoft.com/office/drawing/2014/main" id="{85B2B850-89DE-88BD-03A5-5C9B325B1A00}"/>
              </a:ext>
            </a:extLst>
          </p:cNvPr>
          <p:cNvGrpSpPr/>
          <p:nvPr/>
        </p:nvGrpSpPr>
        <p:grpSpPr>
          <a:xfrm>
            <a:off x="9847280" y="3346410"/>
            <a:ext cx="173160" cy="293760"/>
            <a:chOff x="9847280" y="3346410"/>
            <a:chExt cx="17316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EF69B1B2-851A-3A70-CCAA-144D22CB723F}"/>
                    </a:ext>
                  </a:extLst>
                </p14:cNvPr>
                <p14:cNvContentPartPr/>
                <p14:nvPr/>
              </p14:nvContentPartPr>
              <p14:xfrm>
                <a:off x="9849440" y="3346410"/>
                <a:ext cx="171000" cy="28116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EF69B1B2-851A-3A70-CCAA-144D22CB72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0800" y="3337410"/>
                  <a:ext cx="188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AD0AC5E8-4CFF-ED24-A37E-EDA330CE10E3}"/>
                    </a:ext>
                  </a:extLst>
                </p14:cNvPr>
                <p14:cNvContentPartPr/>
                <p14:nvPr/>
              </p14:nvContentPartPr>
              <p14:xfrm>
                <a:off x="9847280" y="3575010"/>
                <a:ext cx="47520" cy="6516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AD0AC5E8-4CFF-ED24-A37E-EDA330CE10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38280" y="3566010"/>
                  <a:ext cx="6516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0" name="잉크 99">
                <a:extLst>
                  <a:ext uri="{FF2B5EF4-FFF2-40B4-BE49-F238E27FC236}">
                    <a16:creationId xmlns:a16="http://schemas.microsoft.com/office/drawing/2014/main" id="{79CEE537-9D47-A385-66A8-E1C8B3E031B6}"/>
                  </a:ext>
                </a:extLst>
              </p14:cNvPr>
              <p14:cNvContentPartPr/>
              <p14:nvPr/>
            </p14:nvContentPartPr>
            <p14:xfrm>
              <a:off x="9873920" y="3625770"/>
              <a:ext cx="45000" cy="921240"/>
            </p14:xfrm>
          </p:contentPart>
        </mc:Choice>
        <mc:Fallback>
          <p:pic>
            <p:nvPicPr>
              <p:cNvPr id="100" name="잉크 99">
                <a:extLst>
                  <a:ext uri="{FF2B5EF4-FFF2-40B4-BE49-F238E27FC236}">
                    <a16:creationId xmlns:a16="http://schemas.microsoft.com/office/drawing/2014/main" id="{79CEE537-9D47-A385-66A8-E1C8B3E031B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64920" y="3616770"/>
                <a:ext cx="62640" cy="9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1" name="잉크 100">
                <a:extLst>
                  <a:ext uri="{FF2B5EF4-FFF2-40B4-BE49-F238E27FC236}">
                    <a16:creationId xmlns:a16="http://schemas.microsoft.com/office/drawing/2014/main" id="{4519C560-1395-C6D3-097F-976DE29B0EE9}"/>
                  </a:ext>
                </a:extLst>
              </p14:cNvPr>
              <p14:cNvContentPartPr/>
              <p14:nvPr/>
            </p14:nvContentPartPr>
            <p14:xfrm>
              <a:off x="9625880" y="4417410"/>
              <a:ext cx="435240" cy="256320"/>
            </p14:xfrm>
          </p:contentPart>
        </mc:Choice>
        <mc:Fallback>
          <p:pic>
            <p:nvPicPr>
              <p:cNvPr id="101" name="잉크 100">
                <a:extLst>
                  <a:ext uri="{FF2B5EF4-FFF2-40B4-BE49-F238E27FC236}">
                    <a16:creationId xmlns:a16="http://schemas.microsoft.com/office/drawing/2014/main" id="{4519C560-1395-C6D3-097F-976DE29B0EE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616880" y="4408770"/>
                <a:ext cx="452880" cy="273960"/>
              </a:xfrm>
              <a:prstGeom prst="rect">
                <a:avLst/>
              </a:prstGeom>
            </p:spPr>
          </p:pic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81757FBB-91F8-AA29-92B0-B24BBEDA0581}"/>
              </a:ext>
            </a:extLst>
          </p:cNvPr>
          <p:cNvSpPr txBox="1"/>
          <p:nvPr/>
        </p:nvSpPr>
        <p:spPr>
          <a:xfrm>
            <a:off x="8801099" y="2355850"/>
            <a:ext cx="1711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Nonlinear </a:t>
            </a:r>
            <a:r>
              <a:rPr lang="ko-KR" altLang="en-US" sz="1400" dirty="0">
                <a:solidFill>
                  <a:srgbClr val="0070C0"/>
                </a:solidFill>
              </a:rPr>
              <a:t>한 곡선</a:t>
            </a:r>
            <a:r>
              <a:rPr lang="en-US" altLang="ko-KR" sz="1400" dirty="0">
                <a:solidFill>
                  <a:srgbClr val="0070C0"/>
                </a:solidFill>
              </a:rPr>
              <a:t> -&gt; </a:t>
            </a:r>
            <a:r>
              <a:rPr lang="ko-KR" altLang="en-US" sz="1400" dirty="0">
                <a:solidFill>
                  <a:srgbClr val="0070C0"/>
                </a:solidFill>
              </a:rPr>
              <a:t>이 곡선에 가장 가깝게</a:t>
            </a:r>
            <a:r>
              <a:rPr lang="en-US" altLang="ko-KR" sz="1400" dirty="0">
                <a:solidFill>
                  <a:srgbClr val="0070C0"/>
                </a:solidFill>
              </a:rPr>
              <a:t>..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06F068B-39AA-60E0-1B36-6E123C2D33E4}"/>
              </a:ext>
            </a:extLst>
          </p:cNvPr>
          <p:cNvSpPr txBox="1"/>
          <p:nvPr/>
        </p:nvSpPr>
        <p:spPr>
          <a:xfrm>
            <a:off x="5228957" y="4343638"/>
            <a:ext cx="157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 dimension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309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1B487-B6C9-0C46-1518-D1F437FF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 descr="텍스트, 다채로움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1D8E8E-DEBC-20CB-6EAA-F6C8B4BFF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49" y="309925"/>
            <a:ext cx="5512023" cy="6055269"/>
          </a:xfrm>
        </p:spPr>
      </p:pic>
      <p:pic>
        <p:nvPicPr>
          <p:cNvPr id="11" name="그림 10" descr="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F89A23-BD37-2352-3DDD-5C91973EF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3" y="249691"/>
            <a:ext cx="6035584" cy="635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7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156</Words>
  <Application>Microsoft Office PowerPoint</Application>
  <PresentationFormat>와이드스크린</PresentationFormat>
  <Paragraphs>26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Deep Learning 34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8</cp:revision>
  <dcterms:created xsi:type="dcterms:W3CDTF">2025-11-22T18:57:51Z</dcterms:created>
  <dcterms:modified xsi:type="dcterms:W3CDTF">2025-11-22T19:50:28Z</dcterms:modified>
</cp:coreProperties>
</file>