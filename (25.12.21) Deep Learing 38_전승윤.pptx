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57" r:id="rId6"/>
    <p:sldId id="258" r:id="rId7"/>
    <p:sldId id="263" r:id="rId8"/>
    <p:sldId id="26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9:05:38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1 871 24575,'2'-5'0,"0"1"0,1-1 0,-1 1 0,1 0 0,0 0 0,0 0 0,1 0 0,-1 1 0,1-1 0,0 1 0,5-4 0,4-5 0,7-7 0,1 1 0,24-16 0,34-30 0,-61 49 0,2-1 0,-1 2 0,2 1 0,27-14 0,23-15 0,95-81 0,-22 16 0,-133 99 0,12-10 0,0 2 0,2 1 0,-1 0 0,2 2 0,0 1 0,0 1 0,53-14 0,77-14 0,54 10 0,-172 25 0,53-13 0,-68 12 0,-1 0 0,1 2 0,30-2 0,9 5 0,88-12 0,-105 7 0,93 4 0,-98 3 0,1-2 0,0-2 0,43-7 0,58-14 0,-56 19 0,-58 4 0,1-1 0,38-6 0,-19 0 0,0 3 0,0 2 0,59 5 0,-8-1 0,1493-2 0,-1561 2 0,1 1 0,42 10 0,-43-6 0,0-2 0,50 1 0,-28-3 0,78 12 0,-78-7 0,82 2 0,40 7 0,-142-16 0,1 1 0,44 8 0,-31-1 0,1-3 0,65 1 0,-92-6 0,1 1 0,24 6 0,6 0 0,183 27 0,-81-17 0,-58-2 0,-70-10 0,0-1 0,52 3 0,85 9 0,-41-7 0,-52-2 0,-23-2 0,50 13 0,-52-9 0,59 5 0,-42-7 0,97 25 0,-22-4 0,21 10 0,-113-31 0,57 19 0,35 7 0,-93-24 0,56 18 0,20 5 0,23 5 0,-38-7 0,-63-20 0,-1 3 0,0 1 0,76 41 0,73 39 0,-142-71 0,0-3 0,63 20 0,20 7 0,-96-33 0,3 0 0,-1 1 0,0 2 0,-2 2 0,48 34 0,253 198 0,-231-182 0,34 23 0,-63-39 0,-60-43 0,5 2 0,0 1 0,-1 2 0,-1 0 0,32 34 0,81 107 0,-122-140 0,-1 0 0,0 0 0,-1 1 0,-1 0 0,-1 0 0,-1 0 0,6 35 0,7 21 0,-7-25 0,-8-34 0,0-1 0,1 1 0,8 17 0,-1 10-1365,-10-29-5461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9:05:41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1 157 24575,'4'5'0,"0"0"0,1-1 0,0 1 0,0-1 0,0 0 0,0 0 0,1-1 0,11 6 0,-14-7 0,32 19 0,-4-4 0,-1 1 0,0 2 0,-2 1 0,29 27 0,-41-32 0,-10-12 0,-1 1 0,0 0 0,-1 0 0,1 0 0,-1 1 0,0 0 0,0 0 0,-1 0 0,0 0 0,0 0 0,3 11 0,7 8 0,-13-25 0,1 1 0,-1-1 0,1 0 0,-1 1 0,0-1 0,1 0 0,-1 1 0,1-1 0,-1 0 0,1 0 0,-1 0 0,1 1 0,-1-1 0,1 0 0,0 0 0,-1 0 0,1 0 0,-1 0 0,1 0 0,-1 0 0,1 0 0,-1 0 0,1 0 0,0 0 0,-1 0 0,1-1 0,2 0 0,-1-1 0,1 0 0,-1-1 0,0 1 0,1 0 0,-1-1 0,0 1 0,-1-1 0,1 1 0,0-1 0,-1 0 0,1 0 0,0-3 0,93-204 0,-71 172 0,-20 33 0,0 0 0,-1 0 0,1-1 0,-1 1 0,0-1 0,-1 0 0,3-6 0,13-36 53,-13 37-336,-1 0-1,0 0 0,-1 0 1,3-16-1,-5 14-6542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9:05:43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0 24575,'1'15'0,"-2"0"0,0 0 0,0 0 0,-2 0 0,0 0 0,0 0 0,-1-1 0,-1 0 0,-13 27 0,-2-3 0,3 0 0,-19 58 0,36-95 0,-1 0 0,1 0 0,0 0 0,0 0 0,0 0 0,0 0 0,0 0 0,0 0 0,0 0 0,0 0 0,1 0 0,-1 0 0,0 0 0,1 0 0,-1 0 0,1 0 0,-1 0 0,1 0 0,-1 0 0,1 0 0,0 0 0,-1 0 0,1 0 0,0-1 0,0 1 0,-1 0 0,1-1 0,0 1 0,0 0 0,1 0 0,38 17 0,-15-8 0,1 6-114,0-1 1,0-2-1,2-1 0,-1-1 0,2-1 1,-1-2-1,1-1 0,0-1 0,1-1 1,0-2-1,49 0 0,-64-3-6712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0T19:44:19.907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6 1114,'4'1,"0"0,1 0,-1 0,0 1,0 0,0 0,0 0,0 0,-1 1,1-1,0 1,-1 0,6 6,-5-5,0 0,1 0,-1 0,1-1,0 0,0 0,1 0,5 2,17 2,1-2,0-1,0-1,47-1,65 16,17 0,302-19,-440-1,1 0,-1-2,0 0,35-12,10-3,-33 10,-1-2,0 0,0-3,31-18,-44 20,0-1,-1-1,0 0,-1-2,0 1,-2-2,0 0,21-34,-21 29,0 1,-2-2,12-27,6-9,-25 50,1 0,-1 0,-1-1,0 0,0 1,-1-1,0 0,-1 0,2-19,-5-200,0 222,-1 0,1 0,-2 0,1 0,-1 0,0 0,0 1,-1 0,1-1,-1 1,-8-8,-8-8,-35-31,16 17,17 14,-2 0,-1 2,0 0,-2 2,-30-16,45 26,-1 1,-1 0,1 1,-1 1,0 0,0 1,0 0,-1 2,-20-3,-111-12,102 9,-85-2,24 8,-89 5,88 15,77-12,0 2,0 1,1 1,0 1,-29 18,39-21,2 2,1 0,0 1,1 0,1 1,0 1,-18 21,0-1,18-17,0-1,1 2,-15 27,-15 22,38-59,1 0,-1-1,1 2,1-1,-1 0,1 1,0-1,1 1,0-1,0 10,0-6,-1 0,0 1,-7 19,4-11,0 0,1 0,1 0,1 0,1 0,1 0,3 30,-1 9,-2-44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0T19:44:25.70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89,'121'-2,"129"5,-181 4,-29-2,46 0,-57-4,0 1,40 8,21-4,-70-7,0 2,-1 1,29 5,-20-2,-1-2,1-1,0-1,44-4,-33 1,49 4,-27 6,-36-4,48 1,-36-7,0-2,-1-2,38-10,41-6,-96 19,146-26,-78 15,-36 8,5 0,-1 3,78 5,-28 1,36 15,36 0,52-1,-187-17,0 2,55 9,-68-7,1-2,55-4,-48 1,42 3,-22 6,-38-4,1-1,25 0,908-4,-813-18,1325 20,-1325 18,602-20,-566 19,371-19,-512-1,0-1,46-12,15-1,80-15,-147 24,0 2,0 1,43-2,86-11,-38 20,131-5,-194-7,-38 5,1 1,25 0,979 4,-866-19,-77 9,-21 1,-45 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9:55:38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24575,'212'-18'0,"0"0"0,1093 18 0,-1128-18 0,-65 9 0,5 1 0,-84 7 0,1-1 0,44-8 0,-29 4 0,1 3 0,83 5 0,-34 1 0,325-3 0,-405 1 0,1 1 0,0 1 0,32 10 0,29 4 0,-40-11 0,-1 1 0,54 17 0,-44-3 0,-39-16 0,0 0 0,0-1 0,0 0 0,1-1 0,0 0 0,13 2 0,-17-5-91,1 1 0,-1 0 0,1 1 0,-1 0 0,0 0 0,1 1 0,-1 0 0,-1 0 0,1 1 0,0 0 0,-1 0 0,0 1 0,0 0 0,8 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9:55:40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27 487 24575,'7'-9'0,"-1"0"0,-1 0 0,0 0 0,0-1 0,-1 0 0,0 0 0,3-11 0,6-14 0,-6 13 0,0 0 0,7-37 0,-11 40 0,1 1 0,0 0 0,2 0 0,0 0 0,11-20 0,55-94 0,-81 147 0,4-6 0,0-1 0,0 1 0,-1-1 0,0 0 0,-1 0 0,0 0 0,-8 6 0,-134 103-1365,141-111-5461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9:55:41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24575,'16'52'0,"32"150"-1365,-45-190-5461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9:55:44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1 266 24575,'0'-1'0,"1"-1"0,-1 1 0,0-1 0,1 1 0,0-1 0,-1 1 0,1 0 0,0-1 0,-1 1 0,1 0 0,0 0 0,0 0 0,0 0 0,0 0 0,0 0 0,1 0 0,-1 0 0,0 0 0,0 0 0,1 0 0,-1 1 0,0-1 0,1 0 0,1 0 0,44-13 0,-25 8 0,21-10 0,1 2 0,75-15 0,-5 6 0,-78 14 0,1 2 0,0 1 0,57-1 0,-17 9 0,111-4 0,-132-7 0,-36 6 0,0 0 0,24 0 0,1315 3 0,-1182-18 0,299 19 0,-336-20 0,-85 18 0,68-10 0,-93 6 0,18-2 0,85-3 0,78-8 0,249 18 0,-320 19 0,-97-19 0,-19-1 0,1 1 0,-1 2 0,44 7 0,-42-5 0,1 0 0,0-2 0,47-2 0,-44-1 0,-1 2 0,52 6 0,-45-2 0,0-2 0,0-2 0,45-3 0,-34 0 0,51 5 0,-89-1 0,1 0 0,-1 2 0,0-1 0,0 1 0,0 0 0,0 1 0,-1 0 0,0 0 0,0 1 0,0 0 0,-1 0 0,1 1 0,-2 0 0,1 1 0,-1-1 0,9 14 0,-5 3-1365,-7-12-5461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9:55:45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118 400 24575,'9'-129'0,"0"-8"0,-8 130 0,0 0 0,0-1 0,0 1 0,1 0 0,1-1 0,-1 1 0,5-8 0,-4 9 0,0-1 0,-1 1 0,0 0 0,0 0 0,-1-1 0,1 1 0,-1-1 0,0-9 0,-71 62 0,55-35-273,0 0 0,1 1 0,0 1 0,-22 25 0,30-30-6553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9:55:50.3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24575,'1'1'0,"1"0"0,-1 0 0,0 0 0,0 0 0,1 0 0,-1 0 0,0 0 0,0 0 0,0 1 0,0-1 0,-1 0 0,1 1 0,0-1 0,0 1 0,-1-1 0,1 1 0,0 2 0,10 28 0,17 40 0,-20-56 0,-1 1 0,9 34 0,-4-11-1365,-9-28-5461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03:40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 24575,'1'42'0,"-3"0"0,-1 0 0,-17 79 0,-37 98 0,51-190-1365,5-15-5461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03:43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1 24575,'-2'3'0,"0"1"0,0-1 0,0 0 0,0 0 0,0 0 0,-1 0 0,1 0 0,-1-1 0,0 1 0,0-1 0,0 0 0,0 1 0,0-1 0,0-1 0,-5 3 0,-12 9 0,2 1 0,-1-1 0,-1-1 0,0-1 0,0-1 0,-1 0 0,-42 12 0,62-22 0,1 0 0,-1 0 0,0 0 0,1 1 0,-1-1 0,0 0 0,1 1 0,-1-1 0,0 0 0,1 1 0,-1-1 0,1 1 0,-1-1 0,1 1 0,-1-1 0,1 1 0,-1 0 0,1-1 0,-1 1 0,1-1 0,0 1 0,-1 0 0,1-1 0,0 1 0,0 0 0,-1 0 0,1-1 0,0 1 0,0 1 0,10 22 0,40 27 0,-33-34 0,1 5 44,-1 1 0,21 37-1,-22-32-791,30 37 0,-40-57-6078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03:44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0 24575,'0'10'0,"-1"-1"0,0 0 0,-1 1 0,0-1 0,-1 0 0,1 0 0,-2-1 0,-4 10 0,-41 68 0,3-9 0,18-25 0,18-36 0,1 1 0,-10 26 0,-16 34-1365,29-62-5461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03:48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0 24575,'-4'2'0,"1"-1"0,-1 1 0,1-1 0,0 1 0,0 0 0,0 0 0,0 0 0,0 1 0,0-1 0,0 1 0,-3 4 0,-13 9 0,-6 0 0,-36 23 0,57-36 0,0 0 0,0 0 0,0 1 0,1-1 0,-1 1 0,1 0 0,0 0 0,0 0 0,0 0 0,-3 8 0,5-9 0,1-1 0,-1 1 0,1-1 0,0 1 0,0-1 0,0 1 0,0-1 0,0 1 0,1-1 0,-1 0 0,1 1 0,-1-1 0,1 1 0,0-1 0,1 3 0,24 38 0,-21-36 0,0 0 0,-1 0 0,0 0 0,5 15 0,-1 4-82,-4-12-239,0 0 0,-1 1 1,3 22-1,-6-22-6505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03:49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0 24575,'0'13'0,"0"0"0,0 0 0,-1 0 0,-1 0 0,0-1 0,0 1 0,-2-1 0,-8 23 0,5-16 0,1-1 0,1 1 0,0 0 0,-2 28 0,-5 20 0,8-51 0,-1-1 0,-1 0 0,0-1 0,-11 19 0,8-15 0,0 8-1365,6-14-5461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03:51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0 24575,'-5'2'0,"0"1"0,0 0 0,0 0 0,0 0 0,0 0 0,1 1 0,0 0 0,-1 0 0,1 0 0,-5 8 0,2-5 0,-8 7 0,-1 0 0,-29 18 0,5-4 0,6-7 0,30-19 0,1 0 0,-1 0 0,0 0 0,1 1 0,-1-1 0,1 1 0,0 0 0,0 0 0,-4 4 0,6-5 0,0 1 0,0-1 0,1 0 0,-1 1 0,1-1 0,-1 1 0,1-1 0,0 0 0,0 1 0,0-1 0,0 1 0,0-1 0,0 1 0,1-1 0,-1 1 0,1-1 0,0 0 0,0 1 0,0-1 0,0 0 0,1 3 0,22 66-3,-21-58-133,1-1 0,0 1-1,0-1 1,1 0 0,1 0 0,0 0 0,1-1-1,0 0 1,9 10 0,-8-13-6690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7:22:01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24575,'-1'56'0,"-12"84"0,7-78 0,3 1 0,5 71 0,1-23 0,-3 418 0,19-388 0,-20 494 0,-18-494 0,20 300-1365,-1-426-5461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7:22:05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23778,'0'1253'0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7:21:52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7:21:52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7:21:53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7:22:15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24575,'1'1'0,"0"-1"0,0 1 0,0-1 0,0 1 0,0 0 0,-1-1 0,1 1 0,0 0 0,0 0 0,-1-1 0,1 1 0,0 0 0,-1 0 0,1 0 0,-1 0 0,1 0 0,-1 0 0,1 0 0,-1 0 0,0 0 0,1 0 0,-1 0 0,0 0 0,0 0 0,0 0 0,0 0 0,0 2 0,3 35 0,-3-33 0,-2 97 0,4 46 0,6-92 0,-4-36 0,-1 0 0,0 25 0,-3-36-273,0 0 0,0 0 0,1 0 0,4 18 0,-1-16-6553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7:22:18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24575,'0'3'0,"0"4"0,0 4 0,0 3 0,0 2 0,0 1 0,0 1 0,0 0 0,0 1 0,0-1 0,0 0 0,0 0 0,0 0 0,0-3-8191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0:27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 24575,'176'-19'0,"1871"20"0,-1906 18 0,1397-18 0,-730-3 0,-667-17 0,-124 20 0,0-2 0,1 0 0,-1-1 0,0 0 0,0-2 0,0 0 0,16-6 0,-15 4 0,2 1 0,-1 1 0,36-2 0,-20 2 0,41-2 0,130 6 0,-82 2 0,3-4 0,134 5 0,-156 13-1365,-89-15-5461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1:25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3811 1 24575,'-32'1'0,"0"1"0,0 2 0,0 1 0,0 2 0,-36 12 0,-56 29 0,97-39 0,1 0 0,-38 20 0,35-15 0,-41 13 0,48-18 0,1 0 0,-31 19 0,-13 8 0,-83 50 0,132-76 0,0-2 0,0 1 0,-1-2 0,0-1 0,0 0 0,-1-1 0,0 0 0,0-2 0,0 0 0,0-1 0,0-1 0,-28-2 0,-167 19 0,122-17 0,-82-3 0,121-7 0,-19 0 0,-88-9 0,104 17 0,-84-11 0,58 7 0,60 5 0,0-1 0,-40-7 0,39 4 0,-1 1 0,0 1 0,-40 2 0,41 1 0,0-1 0,-1-1 0,1-1 0,-22-5 0,11 2 0,0 1 0,0 1 0,0 2 0,-46 5 0,-3-2 0,32-3 0,28 0 0,0 0 0,-1 1 0,1 2 0,0 0 0,0 1 0,0 2 0,-31 9 0,-15 9 0,50-18 0,1 1 0,-1 0 0,1 2 0,-24 13 0,21-9 0,1 0 0,0 1 0,1 1 0,0 0 0,1 2 0,1 0 0,1 1 0,0 0 0,1 1 0,-13 23 0,11-10 0,1 0 0,2 1 0,-10 37 0,-30 54 0,4 75 0,46-183 0,0 0 0,1 0 0,0 24 0,-5 36 0,-14 63 0,15-56 0,6-62 0,-1-1 0,-7 40 0,-13 96 0,17-79 0,5-63 0,-1-1 0,0 0 0,-1 0 0,-1 0 0,0 0 0,0 0 0,-1 0 0,-8 20 0,11-31 0,0-1 0,-1 1 0,1 0 0,0-1 0,-1 1 0,1 0 0,0-1 0,-1 1 0,1 0 0,-1-1 0,1 1 0,0-1 0,-1 1 0,0-1 0,1 1 0,-1-1 0,1 1 0,-1-1 0,0 1 0,1-1 0,-1 0 0,0 1 0,1-1 0,-1 0 0,0 0 0,1 0 0,-2 1 0,-8-16 0,2-30 0,9-16 0,1 36 0,-3-45 0,0 63 0,0 0 0,0 1 0,-1-1 0,1 1 0,-1 0 0,-1-1 0,1 1 0,-1 0 0,0 0 0,-1 0 0,-5-7 0,6 9-124,1 1 0,0-1 0,-1 1 0,2-1 0,-1 0 0,0 0-1,1 1 1,-1-1 0,1 0 0,-1-8 0,0-2-6702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1:2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0 237 24575,'3'-2'0,"0"0"0,0-1 0,0 1 0,-1-1 0,1 0 0,-1 0 0,0 0 0,0 0 0,0 0 0,0 0 0,0 0 0,-1-1 0,2-5 0,6-8 0,8-4-69,1 1 0,0 0 0,2 2 0,0 0 0,1 1 1,25-15-1,-19 12-814,-18 13-5943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2:52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24575,'13'1'0,"0"1"0,1 1 0,-1 0 0,21 8 0,19 4 0,-29-9 0,-1 1 0,34 14 0,-42-14 0,1 0 0,0-2 0,1 0 0,-1 0 0,1-2 0,30 3 0,49 5 0,-51-5 0,131 28 0,-70-14 0,-90-17 0,-1 1 0,0 0 0,0 1 0,0 0 0,18 10 0,-16-7 0,0 0 0,36 9 0,-45-14 0,0 0 0,1 0 0,-1 1 0,0 0 0,-1 0 0,1 1 0,-1 0 0,7 6 0,-7-5 0,0-1 0,0 0 0,0 0 0,1-1 0,-1 0 0,1 0 0,0-1 0,16 5 0,209 41 0,-74-21 0,-91-18 0,19 8 0,-51-9 0,49 5 0,37 2 0,2 2 0,-105-15 0,0 1 0,-1 1 0,29 11 0,29 8 0,45-5 0,-106-16 0,1 1 0,-1 1 0,0 0 0,0 0 0,-1 2 0,1 0 0,19 13 0,-15-8 0,2-1 0,32 12 0,47 16 0,-70-25 0,0-2 0,56 14 0,8-1 0,-57-14 0,42 6 0,27 2 0,88 15 0,-118-17 0,-59-12 0,0-1 0,1 0 0,31 1 0,109 13 0,-78-8 0,-37-2 0,-31-6 0,-1 1 0,0 1 0,0 0 0,14 7 0,9 3 0,47 5 0,-67-18 0,-1 2 0,1 0 0,-1 0 0,0 1 0,0 1 0,20 10 0,-22-9-1365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2:54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24575,'8'0'0,"3"-1"0,-1 1 0,1 1 0,0 0 0,-1 0 0,21 6 0,-28-6 0,0 0 0,0 1 0,-1-1 0,1 1 0,0 0 0,-1 0 0,1 0 0,-1 0 0,1 0 0,-1 0 0,0 1 0,0-1 0,0 1 0,0 0 0,-1-1 0,1 1 0,-1 0 0,0 0 0,1 0 0,-1 0 0,-1 0 0,1 0 0,0 0 0,0 5 0,0 1 0,0 0 0,0 1 0,-1-1 0,0 0 0,0 0 0,-4 17 0,3-21 0,-1 0 0,1 0 0,-1-1 0,0 1 0,0-1 0,-1 1 0,1-1 0,-1 0 0,0 0 0,0 0 0,-1 0 0,1-1 0,-1 1 0,-4 2 0,-1 4-195,-1-1 0,2 1 0,0 0 0,0 1 0,0 0 0,-9 19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2:55.9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0 24575,'-2'7'0,"0"-1"0,0 0 0,-1 1 0,1-1 0,-1 0 0,-1-1 0,1 1 0,-1-1 0,-8 10 0,-3 5 0,6-4 0,2 0 0,0 0 0,1 0 0,0 1 0,1 0 0,1 0 0,1 1 0,-2 27 0,6-35-59,-1-1 0,1 0-1,1 0 1,0 1-1,0-1 1,1-1 0,0 1-1,1 0 1,-1-1 0,2 1-1,-1-1 1,1 0 0,0-1-1,1 1 1,0-1-1,0 0 1,1 0 0,-1-1-1,2 0 1,-1 0 0,0-1-1,12 6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2:58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 24575,'-1'17'0,"0"1"0,-2-1 0,0 0 0,-1 0 0,-1 0 0,-13 32 0,11-31 0,-7 20 0,-1 6 0,-2-1 0,-2 0 0,-2-2 0,-26 40 0,23-33 90,21-41-333,0 1 1,-1-1-1,1 0 1,-1 0-1,-10 12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2:59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24575,'4'0'0,"0"1"0,-1 0 0,1 0 0,0 0 0,0 0 0,-1 0 0,1 1 0,-1-1 0,1 1 0,-1 0 0,0 0 0,0 0 0,0 0 0,0 1 0,0 0 0,0-1 0,-1 1 0,1 0 0,-1 0 0,0 0 0,4 7 0,4 9 0,0 1 0,13 38 0,0-3 0,57 99 0,-74-141-112,-2-6-97,0 0 0,-1 0 0,-1 1 1,1-1-1,2 14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3:00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24575,'3'0'0,"4"0"0,4 0 0,3 0 0,2 0 0,1 0 0,1 0 0,1 0 0,-1 0 0,1 0 0,-1 0 0,0 0 0,-1 0 0,1 0 0,0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3:34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1761 24575,'1'-5'0,"-1"0"0,1 0 0,0 0 0,1 0 0,-1 1 0,1-1 0,0 1 0,0-1 0,0 1 0,1-1 0,-1 1 0,1 0 0,0 0 0,1 1 0,5-7 0,9-6 0,0 0 0,22-13 0,-2 0 0,-5 4 0,69-39 0,-70 46 0,-1 0 0,-1-3 0,28-24 0,11-26 0,-35 31 0,-30 33 0,2 0 0,-1 1 0,0-1 0,1 1 0,12-9 0,202-154 0,-162 126 0,-39 30 0,-1 0 0,22-22 0,-32 29 0,-1 1 0,0-1 0,1 2 0,0-1 0,17-6 0,14-9 0,2-3 0,-28 16 0,0 0 0,-1-1 0,1-1 0,-2 0 0,14-12 0,62-68 0,-80 80 0,1 1 0,0 0 0,0 0 0,0 0 0,1 1 0,0 1 0,1-1 0,-1 2 0,1-1 0,0 1 0,0 1 0,21-7 0,-25 10 0,0-1 0,-1 0 0,0 0 0,1-1 0,-1 1 0,0-1 0,0 0 0,0-1 0,-1 1 0,1-1 0,-1 0 0,6-6 0,3-6 0,0-1 0,12-21 0,-15 23 0,-1 0 0,2 1 0,16-18 0,5-3 0,-25 27 0,0-1 0,1 1 0,17-14 0,45-49 0,-32 44 0,103-84 0,-119 94 0,0 0 0,1 1 0,1 1 0,42-19 0,-62 32 0,5-3-170,0-1-1,0 0 0,-1-1 1,1 1-1,-1-2 0,-1 1 1,11-14-1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3:37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0 178 24575,'3'3'0,"-1"0"0,0 0 0,0 0 0,0 0 0,-1 0 0,1 1 0,-1-1 0,0 0 0,0 1 0,0-1 0,0 1 0,-1 0 0,1 4 0,-1 57 0,-1-22 0,1-40 0,1 1 0,-1-1 0,0 0 0,1 0 0,0 1 0,0-1 0,0 0 0,0 0 0,0 0 0,0 0 0,1 0 0,0-1 0,-1 1 0,1 0 0,0-1 0,0 1 0,1-1 0,-1 1 0,0-1 0,1 0 0,-1 0 0,1 0 0,0-1 0,0 1 0,0 0 0,0-1 0,0 0 0,0 0 0,0 0 0,0 0 0,6 1 0,-1-2 0,0 1 0,-1-1 0,1-1 0,0 1 0,0-1 0,0-1 0,0 1 0,0-2 0,-1 1 0,1-1 0,12-6 0,-3 0 0,-1-1 0,0-1 0,0-1 0,-1 0 0,-1-1 0,22-25 0,-1-6 0,-21 29 0,-2-1 0,0 0 0,-1 0 0,0-1 0,-1 0 0,-2-1 0,14-37 0,-21 52 0,0-4 0,1 1 0,0-1 0,0 1 0,0-1 0,1 1 0,0 0 0,0 0 0,0 0 0,6-6 0,-7 16 0,-1 1 0,0-1 0,0 1 0,0-1 0,0 1 0,0 0 0,-1-1 0,0 9 0,-3 11 0,0 1 0,-2-1 0,-1-1 0,0 1 0,-2-1 0,-14 31 0,-12 39 0,29-80 0,0 0 0,-1-1 0,-14 22 0,12-22 0,1 0 0,1 1 0,-8 19 0,8-18 0,0 0 0,0-1 0,-12 17 0,10-17 0,1 0 0,0 1 0,-6 16 0,-28 70 0,25-45 0,12-37 0,-2 1 0,0-1 0,-15 31 0,3 4-1365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3:38.9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0 24575,'2'86'0,"-4"94"0,-17-75 0,2-31 0,12-58 0,1-1 0,1 0 0,0 1 0,0 24 0,3-21-119,0-1-130,0 0-1,-1 0 1,-1 1 0,-5 20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3:41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37 24575,'0'-1'0,"1"-1"0,-1 0 0,1 1 0,0-1 0,-1 1 0,1-1 0,0 1 0,0-1 0,0 1 0,0-1 0,0 1 0,0 0 0,0-1 0,0 1 0,1 0 0,-1 0 0,0 0 0,1 0 0,-1 0 0,1 0 0,-1 1 0,1-1 0,0 0 0,-1 1 0,1-1 0,0 1 0,-1 0 0,1-1 0,0 1 0,1 0 0,58-4 0,-56 4 0,155 2 0,-158-2 0,0 0 0,0 0 0,-1 1 0,1-1 0,-1 1 0,1-1 0,0 1 0,-1 0 0,1 0 0,-1-1 0,0 1 0,1 0 0,-1 0 0,0 0 0,1 1 0,-1-1 0,0 0 0,0 0 0,0 1 0,0-1 0,0 1 0,1 1 0,0 1 0,-1 1 0,1-1 0,-1 0 0,0 0 0,-1 1 0,1-1 0,-1 1 0,1 7 0,-2-4 0,1 0 0,-1 0 0,0 0 0,-1 0 0,0 0 0,0-1 0,-1 1 0,0-1 0,-6 13 0,-8 3 0,-1-1 0,-1-1 0,0 0 0,-2-1 0,-24 18 0,36-34 0,0 1 0,0-1 0,-1 0 0,0-1 0,-13 3 0,-10 4 0,38-12 0,20-8 0,0 2 0,1 1 0,47-7 0,136 13 0,-100 2 0,-106-1 0,0 1 0,0-1 0,0 0 0,0 1 0,0 0 0,0 0 0,0 0 0,0 0 0,-1 0 0,1 1 0,0-1 0,-1 1 0,1 0 0,-1-1 0,1 1 0,-1 1 0,0-1 0,0 0 0,0 0 0,0 1 0,0-1 0,-1 1 0,1-1 0,-1 1 0,1 0 0,-1 0 0,0 0 0,0 0 0,0-1 0,-1 1 0,1 0 0,0 6 0,1 12 0,0 1 0,-1 0 0,-4 37 0,2-21 0,0-32 0,1 0 0,-1-1 0,0 1 0,0 0 0,-1-1 0,0 1 0,0-1 0,0 0 0,-1 0 0,0 0 0,0 0 0,0 0 0,0 0 0,-1-1 0,1 1 0,-1-1 0,-1 0 0,1 0 0,0-1 0,-1 1 0,0-1 0,0 0 0,0 0 0,-6 2 0,-7 3 0,1-1 0,-1-1 0,0-1 0,0 0 0,-1-2 0,-23 3 0,-76-4 0,89-4 0,1 2 0,-1 1 0,1 1 0,-28 7 0,38-6-341,0-1 0,-1 0-1,-24-2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02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2485 24575,'1'-34'0,"2"-1"0,1 1 0,2 1 0,1-1 0,1 1 0,19-46 0,-8 37 0,-12 29 0,-1-1 0,0 0 0,6-28 0,-9 31 0,1 0 0,0 0 0,1 0 0,0 1 0,10-17 0,-9 17 0,0 0 0,0 0 0,-2-1 0,1 0 0,3-15 0,38-140 0,-18 66 0,-16 52 0,25-61 0,-13 44 0,-15 38 0,2 0 0,16-30 0,7-16 0,7-10 0,-33 68 0,0-1 0,10-31 0,-12 30 0,1 0 0,16-29 0,79-134 0,-85 145 0,-13 26 0,0 1 0,0 0 0,0 0 0,9-12 0,2-1 0,-1 0 0,-2-1 0,0 0 0,9-24 0,18-34 0,32-43 0,-53 90 0,-5 13 0,-2-1 0,11-28 0,-17 38 0,0 1 0,0 0 0,14-18 0,-13 19 0,1-1 0,-1 0 0,8-19 0,-10 19 0,0 0 0,1-1 0,1 2 0,-1-1 0,1 1 0,1 0 0,0 0 0,0 1 0,1 0 0,0 0 0,0 0 0,1 1 0,0 1 0,0 0 0,12-7 0,-11 10 0,0 0 0,1 1 0,-1 0 0,0 1 0,0 0 0,18 1 0,42-6 0,-65 5-52,-1 0-1,1 1 1,0-1-1,0 1 1,0 0-1,0 0 1,0 0-1,0 0 1,-1 1-1,1 0 1,0 0-1,0 1 1,-1-1-1,1 1 1,-1 0-1,1 0 1,-1 1-1,0-1 1,0 1-1,0 0 0,0 0 1,0 0-1,-1 0 1,1 1-1,4 5 1,-1 0-6774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1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2491 24575,'5'-4'0,"0"0"0,-1 0 0,0-1 0,0 0 0,0 1 0,-1-1 0,6-10 0,-8 13 0,30-61 0,-25 50 0,-1 0 0,2 0 0,0 1 0,0-1 0,10-10 0,-10 13 0,0 0 0,0-1 0,-1 0 0,-1 0 0,0-1 0,-1 1 0,0-1 0,0 0 0,2-21 0,-2 13 0,1 0 0,12-28 0,-10 28 0,0-1 0,-2 0 0,5-40 0,2-4 0,37-90 0,-19 68 0,10-6 0,-27 69 0,-2-2 0,9-26 0,10-16 0,-10 27 0,11-20 0,-21 43 0,0-1 0,13-38 0,-5 6 0,2 2 0,29-52 0,-47 96 0,13-23 0,-2 0 0,-1 0 0,-1-2 0,9-37 0,-18 60 0,1-1 0,0 1 0,0 0 0,1 0 0,0 0 0,0 0 0,0 1 0,7-7 0,16-29 0,-19 30 0,0 0 0,1 0 0,0 0 0,18-16 0,24-31 0,-32 33 0,45-46 0,-4 6 0,-51 52 0,0 1 0,0-2 0,6-14 0,-10 17 0,1 0 0,0 1 0,1 0 0,1 0 0,0 1 0,9-10 0,97-78 0,-74 66 0,-20 15 0,0 2 0,31-19 0,-42 29 0,0 1 0,1 0 0,-1 1 0,1 0 0,0 0 0,0 1 0,0 0 0,0 1 0,15-1 0,4 1 0,-17 0 0,-1 0 0,1 1 0,0 0 0,-1 1 0,1 1 0,-1-1 0,1 2 0,-1-1 0,0 2 0,20 8 0,7 8 0,-29-16 0,1 1 0,-1 0 0,0 0 0,-1 1 0,1 0 0,-1 0 0,0 1 0,-1 0 0,8 10 0,-8-8 0,1 0 0,-1-1 0,2 0 0,-1 0 0,1-1 0,0 0 0,0 0 0,1-1 0,0 0 0,0-1 0,1 0 0,-1-1 0,1 0 0,0 0 0,21 3 0,-26-6 1,-1 0 0,1 1-1,-1 0 1,0 0 0,0 0 0,0 0-1,0 1 1,0 0 0,0 0-1,0 0 1,6 6 0,41 50-3,-11-12-1370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17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24269,'0'81'0,"52"-81"0,-52-81 0,-52 81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2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2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24575,'0'-3'0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22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22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22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23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23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24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34.9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24575,'3'24'0,"0"0"0,2 0 0,0 0 0,2 0 0,0-1 0,2 0 0,12 24 0,38 81 0,-7-39-1365,-48-78-5461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20:15:36.6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0 107 24575,'8'3'0,"0"-1"0,0 1 0,0 0 0,-1 1 0,1 0 0,-1 0 0,0 0 0,0 1 0,0 0 0,-1 1 0,8 7 0,1-1 0,-9-6 0,-1-2 0,-1 0 0,1-1 0,0 1 0,0-1 0,0 0 0,0 0 0,1 0 0,5 1 0,-9-4 0,-1 1 0,0-1 0,0 0 0,0 0 0,0 0 0,0 0 0,0 0 0,0-1 0,0 1 0,0 0 0,0 0 0,0-1 0,0 1 0,0 0 0,0-1 0,0 1 0,0-1 0,0 0 0,-1 1 0,2-2 0,0 0 0,0 0 0,0-1 0,-1 1 0,1-1 0,-1 1 0,1-1 0,-1 0 0,0 1 0,0-1 0,1-4 0,5-13 43,0 1 0,15-27 1,12-30-1539,-30 64-5331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9FA88-3E88-3BCA-7047-25BE71551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F6BC99-8929-FE6C-2C14-7FEFC2193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494B8B-B6DA-C50C-7200-27C1317E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B07746-ADC4-0B74-BA37-C56B3648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DA47C-BDC5-D1D3-1896-FF97D3CA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53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5E0E7-BC23-A634-A05A-507F4196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5D85C-66A3-521E-7824-6A3BF693A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D86BCE-E5C3-2A83-479F-9DF01AEB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BFCD7-570D-4756-FF57-B014F000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E1DC34-3633-4F5A-A6DC-5C54CF53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10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49BAE-2E68-C514-DCEE-98F4D250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AB644-E670-109E-95A8-FD3C2BA23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C5B42-239B-1166-5E35-4058FD73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681434-50C2-FC80-0C11-C1B130CF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B617F-6AD7-F71E-4026-28B6332B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70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76539-73F8-1B46-A2F8-4BB3075F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3A2876-6EAF-2687-9DCA-7D95B20C4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60DA77-04E9-4BA7-2141-13A15FDDE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D804FF-B0F0-A0C0-B2CC-57339894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FDC111-F8E8-A7CD-05A8-1BA47A35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60F60B-B24C-91F7-03F0-FCE1511D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463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5712E-CB6C-8A5D-FD49-3611D33E4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2099E2-3DE9-FCB5-D9F7-682F57A81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041012-442B-C012-8921-AB730A35A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FCCE0E-55F5-69A8-517E-D667A920D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D9ABCA-16BA-A875-B164-A43CDA0A9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60F237-188A-BF0F-BB7A-8ABBA11D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290BB9-F19D-1248-9EF0-4413675A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A9D3B7-17F7-AEA0-3F5F-6729F62E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6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13B1A-1618-1B00-17AD-D0271743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99C35B-4641-B8FE-4A0A-D6334106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F077CE-8344-0036-9C8A-77DE0EC54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86C650-23D0-9778-7F79-E004311B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7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DDD9E5-F3B2-25CE-3A55-0FAB0D60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52823E-E497-5FC6-F3BD-C96C6527C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427509-AB52-359A-3488-5C115E04B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07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1F146-E46D-E398-1CFE-51C60B73B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713185-9F53-A6DC-98A5-73DD4E88D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94B6ED-8AE9-1FF4-3F05-6B27AD851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A2E9A5-917F-11BE-F0EE-1E4E0BFD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6E9812-DACD-CCF9-0A9F-64140CF0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15B3D4-A7AB-7503-FC4A-5371F46E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39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2007B-D496-EF9D-12CD-9018D377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007A46-9C85-76CB-56DC-0DA20A739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212F17-2974-FAD4-C817-38E45B844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6D4E17-143B-4EAE-8745-DAD87A86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486051-071D-D0F9-304A-E33191FAB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88944C-2BC5-CEE8-3DDA-443955D4B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1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AF030-FCDA-5F8A-10C5-5BB455353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0AF1CE-33E3-F7B4-CA29-C4A5A7019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9ACA7F-5AF2-485C-BEF0-FB31BC94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D22FD2-B91D-7052-92C4-1FC47FDA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D85C77-C4B9-E223-E201-69F9E7738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00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FDF8CF-737D-F0A1-CE65-F3DF308BF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4CB1EE-8780-6BDE-BDC9-734273233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703E4B-A2EC-C4AC-445D-372585325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9DEE6-6DD2-8DD0-B288-5A25A86F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3A57D6-CDDC-C42A-A7B5-6C7CEFFDC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2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810B0B-9CAA-BAAD-AC36-AC4286CD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A6C247-1093-EF94-FEB7-771973711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8DB125-4002-BC95-585E-8807775A1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F8856-929C-42B0-9283-7A735BDDA7E5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F72530-E1A8-B34B-0BE4-0D5A0C85B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30930E-ED46-AC6D-01AC-29655ADF3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359CC-DF44-4EF9-8D41-0A192497A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10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.xml"/><Relationship Id="rId18" Type="http://schemas.openxmlformats.org/officeDocument/2006/relationships/image" Target="../media/image18.png"/><Relationship Id="rId26" Type="http://schemas.openxmlformats.org/officeDocument/2006/relationships/customXml" Target="../ink/ink15.xml"/><Relationship Id="rId39" Type="http://schemas.openxmlformats.org/officeDocument/2006/relationships/customXml" Target="../ink/ink21.xml"/><Relationship Id="rId21" Type="http://schemas.openxmlformats.org/officeDocument/2006/relationships/image" Target="../media/image20.png"/><Relationship Id="rId34" Type="http://schemas.openxmlformats.org/officeDocument/2006/relationships/image" Target="../media/image26.png"/><Relationship Id="rId42" Type="http://schemas.openxmlformats.org/officeDocument/2006/relationships/image" Target="../media/image29.png"/><Relationship Id="rId7" Type="http://schemas.openxmlformats.org/officeDocument/2006/relationships/customXml" Target="../ink/ink6.xml"/><Relationship Id="rId2" Type="http://schemas.openxmlformats.org/officeDocument/2006/relationships/image" Target="../media/image9.jpeg"/><Relationship Id="rId16" Type="http://schemas.openxmlformats.org/officeDocument/2006/relationships/image" Target="../media/image17.png"/><Relationship Id="rId20" Type="http://schemas.openxmlformats.org/officeDocument/2006/relationships/customXml" Target="../ink/ink12.xml"/><Relationship Id="rId29" Type="http://schemas.openxmlformats.org/officeDocument/2006/relationships/image" Target="../media/image24.png"/><Relationship Id="rId41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8.xml"/><Relationship Id="rId24" Type="http://schemas.openxmlformats.org/officeDocument/2006/relationships/customXml" Target="../ink/ink14.xml"/><Relationship Id="rId32" Type="http://schemas.openxmlformats.org/officeDocument/2006/relationships/image" Target="../media/image19.png"/><Relationship Id="rId37" Type="http://schemas.openxmlformats.org/officeDocument/2006/relationships/customXml" Target="../ink/ink20.xml"/><Relationship Id="rId40" Type="http://schemas.openxmlformats.org/officeDocument/2006/relationships/customXml" Target="../ink/ink22.xml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23" Type="http://schemas.openxmlformats.org/officeDocument/2006/relationships/image" Target="../media/image21.png"/><Relationship Id="rId28" Type="http://schemas.openxmlformats.org/officeDocument/2006/relationships/customXml" Target="../ink/ink16.xml"/><Relationship Id="rId36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10.png"/><Relationship Id="rId31" Type="http://schemas.openxmlformats.org/officeDocument/2006/relationships/image" Target="../media/image25.png"/><Relationship Id="rId44" Type="http://schemas.openxmlformats.org/officeDocument/2006/relationships/image" Target="../media/image30.png"/><Relationship Id="rId4" Type="http://schemas.openxmlformats.org/officeDocument/2006/relationships/image" Target="../media/image11.png"/><Relationship Id="rId9" Type="http://schemas.openxmlformats.org/officeDocument/2006/relationships/customXml" Target="../ink/ink7.xml"/><Relationship Id="rId14" Type="http://schemas.openxmlformats.org/officeDocument/2006/relationships/image" Target="../media/image16.png"/><Relationship Id="rId22" Type="http://schemas.openxmlformats.org/officeDocument/2006/relationships/customXml" Target="../ink/ink13.xml"/><Relationship Id="rId27" Type="http://schemas.openxmlformats.org/officeDocument/2006/relationships/image" Target="../media/image23.png"/><Relationship Id="rId30" Type="http://schemas.openxmlformats.org/officeDocument/2006/relationships/customXml" Target="../ink/ink17.xml"/><Relationship Id="rId35" Type="http://schemas.openxmlformats.org/officeDocument/2006/relationships/customXml" Target="../ink/ink19.xml"/><Relationship Id="rId43" Type="http://schemas.openxmlformats.org/officeDocument/2006/relationships/customXml" Target="../ink/ink24.xml"/><Relationship Id="rId8" Type="http://schemas.openxmlformats.org/officeDocument/2006/relationships/image" Target="../media/image13.png"/><Relationship Id="rId3" Type="http://schemas.openxmlformats.org/officeDocument/2006/relationships/customXml" Target="../ink/ink4.xml"/><Relationship Id="rId12" Type="http://schemas.openxmlformats.org/officeDocument/2006/relationships/image" Target="../media/image15.png"/><Relationship Id="rId17" Type="http://schemas.openxmlformats.org/officeDocument/2006/relationships/customXml" Target="../ink/ink11.xml"/><Relationship Id="rId25" Type="http://schemas.openxmlformats.org/officeDocument/2006/relationships/image" Target="../media/image22.png"/><Relationship Id="rId33" Type="http://schemas.openxmlformats.org/officeDocument/2006/relationships/customXml" Target="../ink/ink18.xml"/><Relationship Id="rId38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.xml"/><Relationship Id="rId18" Type="http://schemas.openxmlformats.org/officeDocument/2006/relationships/image" Target="../media/image35.png"/><Relationship Id="rId26" Type="http://schemas.openxmlformats.org/officeDocument/2006/relationships/image" Target="../media/image39.png"/><Relationship Id="rId39" Type="http://schemas.openxmlformats.org/officeDocument/2006/relationships/customXml" Target="../ink/ink43.xml"/><Relationship Id="rId21" Type="http://schemas.openxmlformats.org/officeDocument/2006/relationships/customXml" Target="../ink/ink34.xml"/><Relationship Id="rId34" Type="http://schemas.openxmlformats.org/officeDocument/2006/relationships/image" Target="../media/image43.png"/><Relationship Id="rId42" Type="http://schemas.openxmlformats.org/officeDocument/2006/relationships/customXml" Target="../ink/ink46.xml"/><Relationship Id="rId47" Type="http://schemas.openxmlformats.org/officeDocument/2006/relationships/customXml" Target="../ink/ink50.xml"/><Relationship Id="rId7" Type="http://schemas.openxmlformats.org/officeDocument/2006/relationships/customXml" Target="../ink/ink27.xml"/><Relationship Id="rId2" Type="http://schemas.openxmlformats.org/officeDocument/2006/relationships/image" Target="../media/image32.jpeg"/><Relationship Id="rId16" Type="http://schemas.openxmlformats.org/officeDocument/2006/relationships/image" Target="../media/image34.png"/><Relationship Id="rId29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customXml" Target="../ink/ink29.xml"/><Relationship Id="rId24" Type="http://schemas.openxmlformats.org/officeDocument/2006/relationships/image" Target="../media/image38.png"/><Relationship Id="rId32" Type="http://schemas.openxmlformats.org/officeDocument/2006/relationships/image" Target="../media/image42.png"/><Relationship Id="rId37" Type="http://schemas.openxmlformats.org/officeDocument/2006/relationships/customXml" Target="../ink/ink42.xml"/><Relationship Id="rId40" Type="http://schemas.openxmlformats.org/officeDocument/2006/relationships/customXml" Target="../ink/ink44.xml"/><Relationship Id="rId45" Type="http://schemas.openxmlformats.org/officeDocument/2006/relationships/customXml" Target="../ink/ink49.xml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40.png"/><Relationship Id="rId36" Type="http://schemas.openxmlformats.org/officeDocument/2006/relationships/image" Target="../media/image44.png"/><Relationship Id="rId10" Type="http://schemas.openxmlformats.org/officeDocument/2006/relationships/image" Target="../media/image310.png"/><Relationship Id="rId19" Type="http://schemas.openxmlformats.org/officeDocument/2006/relationships/customXml" Target="../ink/ink33.xml"/><Relationship Id="rId31" Type="http://schemas.openxmlformats.org/officeDocument/2006/relationships/customXml" Target="../ink/ink39.xml"/><Relationship Id="rId44" Type="http://schemas.openxmlformats.org/officeDocument/2006/relationships/customXml" Target="../ink/ink48.xml"/><Relationship Id="rId4" Type="http://schemas.openxmlformats.org/officeDocument/2006/relationships/image" Target="../media/image280.png"/><Relationship Id="rId9" Type="http://schemas.openxmlformats.org/officeDocument/2006/relationships/customXml" Target="../ink/ink28.xml"/><Relationship Id="rId14" Type="http://schemas.openxmlformats.org/officeDocument/2006/relationships/image" Target="../media/image33.png"/><Relationship Id="rId22" Type="http://schemas.openxmlformats.org/officeDocument/2006/relationships/image" Target="../media/image37.png"/><Relationship Id="rId27" Type="http://schemas.openxmlformats.org/officeDocument/2006/relationships/customXml" Target="../ink/ink37.xml"/><Relationship Id="rId30" Type="http://schemas.openxmlformats.org/officeDocument/2006/relationships/image" Target="../media/image41.png"/><Relationship Id="rId35" Type="http://schemas.openxmlformats.org/officeDocument/2006/relationships/customXml" Target="../ink/ink41.xml"/><Relationship Id="rId43" Type="http://schemas.openxmlformats.org/officeDocument/2006/relationships/customXml" Target="../ink/ink47.xml"/><Relationship Id="rId48" Type="http://schemas.openxmlformats.org/officeDocument/2006/relationships/image" Target="../media/image47.png"/><Relationship Id="rId8" Type="http://schemas.openxmlformats.org/officeDocument/2006/relationships/image" Target="../media/image300.png"/><Relationship Id="rId3" Type="http://schemas.openxmlformats.org/officeDocument/2006/relationships/customXml" Target="../ink/ink25.xml"/><Relationship Id="rId12" Type="http://schemas.openxmlformats.org/officeDocument/2006/relationships/image" Target="../media/image32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33" Type="http://schemas.openxmlformats.org/officeDocument/2006/relationships/customXml" Target="../ink/ink40.xml"/><Relationship Id="rId38" Type="http://schemas.openxmlformats.org/officeDocument/2006/relationships/image" Target="../media/image45.png"/><Relationship Id="rId46" Type="http://schemas.openxmlformats.org/officeDocument/2006/relationships/image" Target="../media/image46.png"/><Relationship Id="rId20" Type="http://schemas.openxmlformats.org/officeDocument/2006/relationships/image" Target="../media/image36.png"/><Relationship Id="rId41" Type="http://schemas.openxmlformats.org/officeDocument/2006/relationships/customXml" Target="../ink/ink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471E1-7552-EEE0-8855-8FA238710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Learning 38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3E2885-5FB8-CC1A-CC70-B2A89DB398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</a:p>
        </p:txBody>
      </p:sp>
    </p:spTree>
    <p:extLst>
      <p:ext uri="{BB962C8B-B14F-4D97-AF65-F5344CB8AC3E}">
        <p14:creationId xmlns:p14="http://schemas.microsoft.com/office/powerpoint/2010/main" val="343529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94D1-0F65-04D6-6B6C-A62EEBC8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F1AF9C-1835-DC18-EA34-197BE961C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7" y="30162"/>
            <a:ext cx="12034365" cy="679767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F4D8D6-1327-C7C0-20F1-3CB74E6D22DD}"/>
              </a:ext>
            </a:extLst>
          </p:cNvPr>
          <p:cNvSpPr txBox="1"/>
          <p:nvPr/>
        </p:nvSpPr>
        <p:spPr>
          <a:xfrm>
            <a:off x="1987550" y="3479800"/>
            <a:ext cx="372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생성적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새로운 데이터 생성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F1E2E-3180-7FC1-C3A4-9D711FF10F71}"/>
              </a:ext>
            </a:extLst>
          </p:cNvPr>
          <p:cNvSpPr txBox="1"/>
          <p:nvPr/>
        </p:nvSpPr>
        <p:spPr>
          <a:xfrm>
            <a:off x="2070100" y="4381500"/>
            <a:ext cx="489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적대적 </a:t>
            </a:r>
            <a:r>
              <a:rPr lang="en-US" altLang="ko-KR" dirty="0">
                <a:solidFill>
                  <a:srgbClr val="FF0000"/>
                </a:solidFill>
              </a:rPr>
              <a:t>(2</a:t>
            </a:r>
            <a:r>
              <a:rPr lang="ko-KR" altLang="en-US" dirty="0">
                <a:solidFill>
                  <a:srgbClr val="FF0000"/>
                </a:solidFill>
              </a:rPr>
              <a:t>개가 서로 경쟁해서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60CF17-8361-491A-5EFD-0B47A66BFDF2}"/>
              </a:ext>
            </a:extLst>
          </p:cNvPr>
          <p:cNvSpPr txBox="1"/>
          <p:nvPr/>
        </p:nvSpPr>
        <p:spPr>
          <a:xfrm>
            <a:off x="1727200" y="5340350"/>
            <a:ext cx="346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신경망 적용가능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EBD930A-FD73-FC65-F709-863AFE181894}"/>
              </a:ext>
            </a:extLst>
          </p:cNvPr>
          <p:cNvGrpSpPr/>
          <p:nvPr/>
        </p:nvGrpSpPr>
        <p:grpSpPr>
          <a:xfrm>
            <a:off x="6552920" y="1210530"/>
            <a:ext cx="3848760" cy="864000"/>
            <a:chOff x="6552920" y="1210530"/>
            <a:chExt cx="3848760" cy="86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FE6B9D9-AD73-ACC5-94F2-AA710169B1A0}"/>
                    </a:ext>
                  </a:extLst>
                </p14:cNvPr>
                <p14:cNvContentPartPr/>
                <p14:nvPr/>
              </p14:nvContentPartPr>
              <p14:xfrm>
                <a:off x="6552920" y="1210530"/>
                <a:ext cx="3778560" cy="8204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FE6B9D9-AD73-ACC5-94F2-AA710169B1A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44280" y="1201890"/>
                  <a:ext cx="3796200" cy="83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E63AAD1-99D2-5DCE-C87C-182E00769772}"/>
                    </a:ext>
                  </a:extLst>
                </p14:cNvPr>
                <p14:cNvContentPartPr/>
                <p14:nvPr/>
              </p14:nvContentPartPr>
              <p14:xfrm>
                <a:off x="10191440" y="1905690"/>
                <a:ext cx="210240" cy="1688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E63AAD1-99D2-5DCE-C87C-182E0076977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82800" y="1897050"/>
                  <a:ext cx="227880" cy="18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3AF4FBE8-0C28-2C38-2A2F-A4BFF49470CA}"/>
                  </a:ext>
                </a:extLst>
              </p14:cNvPr>
              <p14:cNvContentPartPr/>
              <p14:nvPr/>
            </p14:nvContentPartPr>
            <p14:xfrm>
              <a:off x="6550760" y="1390530"/>
              <a:ext cx="173520" cy="1846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3AF4FBE8-0C28-2C38-2A2F-A4BFF49470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41760" y="1381530"/>
                <a:ext cx="191160" cy="2023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C1C8857-C881-0C23-6823-D0FC4D731FEA}"/>
              </a:ext>
            </a:extLst>
          </p:cNvPr>
          <p:cNvSpPr txBox="1"/>
          <p:nvPr/>
        </p:nvSpPr>
        <p:spPr>
          <a:xfrm>
            <a:off x="8425141" y="893525"/>
            <a:ext cx="123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경쟁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E9BD3-1113-CBC7-CE90-231CF616240E}"/>
              </a:ext>
            </a:extLst>
          </p:cNvPr>
          <p:cNvSpPr txBox="1"/>
          <p:nvPr/>
        </p:nvSpPr>
        <p:spPr>
          <a:xfrm>
            <a:off x="596900" y="1390530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VAE vs GAN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E95642-CB22-4D2F-7A3B-EF284BC8EBCC}"/>
              </a:ext>
            </a:extLst>
          </p:cNvPr>
          <p:cNvSpPr txBox="1"/>
          <p:nvPr/>
        </p:nvSpPr>
        <p:spPr>
          <a:xfrm>
            <a:off x="733600" y="1754202"/>
            <a:ext cx="217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기존 데이터에서</a:t>
            </a:r>
            <a:endParaRPr lang="en-US" altLang="ko-KR" sz="1400" dirty="0"/>
          </a:p>
          <a:p>
            <a:r>
              <a:rPr lang="ko-KR" altLang="en-US" sz="1400" dirty="0"/>
              <a:t>조금 변형한 데이터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9FB5C-C51F-C911-60B5-CA13B19404E1}"/>
              </a:ext>
            </a:extLst>
          </p:cNvPr>
          <p:cNvSpPr txBox="1"/>
          <p:nvPr/>
        </p:nvSpPr>
        <p:spPr>
          <a:xfrm>
            <a:off x="2584450" y="1783779"/>
            <a:ext cx="2609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완전 새로운 데이터</a:t>
            </a:r>
          </a:p>
        </p:txBody>
      </p:sp>
    </p:spTree>
    <p:extLst>
      <p:ext uri="{BB962C8B-B14F-4D97-AF65-F5344CB8AC3E}">
        <p14:creationId xmlns:p14="http://schemas.microsoft.com/office/powerpoint/2010/main" val="3813550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05B77B-3885-35BA-09E5-743C3EF5C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103"/>
            <a:ext cx="7114363" cy="658025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91C3F1-A26D-E12B-6B37-AA38482179B4}"/>
              </a:ext>
            </a:extLst>
          </p:cNvPr>
          <p:cNvSpPr txBox="1"/>
          <p:nvPr/>
        </p:nvSpPr>
        <p:spPr>
          <a:xfrm>
            <a:off x="7165549" y="1569019"/>
            <a:ext cx="48654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GAN</a:t>
            </a:r>
            <a:r>
              <a:rPr lang="ko-KR" altLang="en-US" dirty="0">
                <a:solidFill>
                  <a:srgbClr val="FF0000"/>
                </a:solidFill>
              </a:rPr>
              <a:t>은 </a:t>
            </a:r>
            <a:r>
              <a:rPr lang="en-US" altLang="ko-KR" dirty="0">
                <a:solidFill>
                  <a:srgbClr val="FF0000"/>
                </a:solidFill>
              </a:rPr>
              <a:t>Ian Goodfellow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en-US" altLang="ko-KR" dirty="0">
                <a:solidFill>
                  <a:srgbClr val="FF0000"/>
                </a:solidFill>
              </a:rPr>
              <a:t>2014</a:t>
            </a:r>
            <a:r>
              <a:rPr lang="ko-KR" altLang="en-US" dirty="0">
                <a:solidFill>
                  <a:srgbClr val="FF0000"/>
                </a:solidFill>
              </a:rPr>
              <a:t>에 제안하고 나서 </a:t>
            </a:r>
            <a:r>
              <a:rPr lang="en-US" altLang="ko-KR" dirty="0">
                <a:solidFill>
                  <a:srgbClr val="FF0000"/>
                </a:solidFill>
              </a:rPr>
              <a:t>AI</a:t>
            </a:r>
            <a:r>
              <a:rPr lang="ko-KR" altLang="en-US" dirty="0">
                <a:solidFill>
                  <a:srgbClr val="FF0000"/>
                </a:solidFill>
              </a:rPr>
              <a:t> 산업에 큰 영향을 줌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GAN</a:t>
            </a:r>
            <a:r>
              <a:rPr lang="ko-KR" altLang="en-US" dirty="0">
                <a:solidFill>
                  <a:srgbClr val="FF0000"/>
                </a:solidFill>
              </a:rPr>
              <a:t>은 지도학습에서 비지도학습으로 관심을 옮기게 함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GAN</a:t>
            </a:r>
            <a:r>
              <a:rPr lang="ko-KR" altLang="en-US" dirty="0">
                <a:solidFill>
                  <a:srgbClr val="FF0000"/>
                </a:solidFill>
              </a:rPr>
              <a:t>은 생성형 모델에 적합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GAN</a:t>
            </a:r>
            <a:r>
              <a:rPr lang="ko-KR" altLang="en-US" dirty="0">
                <a:solidFill>
                  <a:srgbClr val="FF0000"/>
                </a:solidFill>
              </a:rPr>
              <a:t>은 학습시키기 어려운데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그 이유로는 </a:t>
            </a:r>
            <a:r>
              <a:rPr lang="en-US" altLang="ko-KR" dirty="0">
                <a:solidFill>
                  <a:srgbClr val="FF0000"/>
                </a:solidFill>
              </a:rPr>
              <a:t>non-convergence</a:t>
            </a:r>
            <a:r>
              <a:rPr lang="ko-KR" altLang="en-US" dirty="0">
                <a:solidFill>
                  <a:srgbClr val="FF0000"/>
                </a:solidFill>
              </a:rPr>
              <a:t>와 </a:t>
            </a:r>
            <a:r>
              <a:rPr lang="en-US" altLang="ko-KR" dirty="0">
                <a:solidFill>
                  <a:srgbClr val="FF0000"/>
                </a:solidFill>
              </a:rPr>
              <a:t>mode collapse problems</a:t>
            </a:r>
            <a:r>
              <a:rPr lang="ko-KR" altLang="en-US" dirty="0">
                <a:solidFill>
                  <a:srgbClr val="FF0000"/>
                </a:solidFill>
              </a:rPr>
              <a:t>가 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buAutoNum type="arabicParenR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01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B9A1B-1D10-6668-4797-B1CECA7D1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178F96-7F7E-45D7-4996-66ED30C42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65" y="0"/>
            <a:ext cx="11011235" cy="2558955"/>
          </a:xfr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40450F-CCF2-9D4A-E4CE-AABE62721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65" y="2603310"/>
            <a:ext cx="11011235" cy="314979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DD46B94-EA21-6658-AB17-FB08CAEC5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65" y="5814952"/>
            <a:ext cx="9211961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8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9C79C2-F247-DEE8-DBF2-3321FAAB2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5311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6EAED-E64C-6F22-55DF-F27FB5D6BBB4}"/>
              </a:ext>
            </a:extLst>
          </p:cNvPr>
          <p:cNvSpPr txBox="1"/>
          <p:nvPr/>
        </p:nvSpPr>
        <p:spPr>
          <a:xfrm>
            <a:off x="7721600" y="1130300"/>
            <a:ext cx="43751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>
                <a:solidFill>
                  <a:srgbClr val="FF0000"/>
                </a:solidFill>
              </a:rPr>
              <a:t>생성자</a:t>
            </a:r>
            <a:r>
              <a:rPr lang="en-US" altLang="ko-KR" dirty="0">
                <a:solidFill>
                  <a:srgbClr val="FF0000"/>
                </a:solidFill>
              </a:rPr>
              <a:t>(G)</a:t>
            </a:r>
            <a:r>
              <a:rPr lang="ko-KR" altLang="en-US" dirty="0">
                <a:solidFill>
                  <a:srgbClr val="FF0000"/>
                </a:solidFill>
              </a:rPr>
              <a:t>는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ko-KR" altLang="en-US" dirty="0">
                <a:solidFill>
                  <a:srgbClr val="FF0000"/>
                </a:solidFill>
              </a:rPr>
              <a:t>가짜</a:t>
            </a:r>
            <a:r>
              <a:rPr lang="en-US" altLang="ko-KR" dirty="0">
                <a:solidFill>
                  <a:srgbClr val="FF0000"/>
                </a:solidFill>
              </a:rPr>
              <a:t>’ </a:t>
            </a:r>
            <a:r>
              <a:rPr lang="ko-KR" altLang="en-US" dirty="0">
                <a:solidFill>
                  <a:srgbClr val="FF0000"/>
                </a:solidFill>
              </a:rPr>
              <a:t>샘플들을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ko-KR" altLang="en-US" dirty="0">
                <a:solidFill>
                  <a:srgbClr val="FF0000"/>
                </a:solidFill>
              </a:rPr>
              <a:t>진짜</a:t>
            </a:r>
            <a:r>
              <a:rPr lang="en-US" altLang="ko-KR" dirty="0">
                <a:solidFill>
                  <a:srgbClr val="FF0000"/>
                </a:solidFill>
              </a:rPr>
              <a:t>＇</a:t>
            </a:r>
            <a:r>
              <a:rPr lang="ko-KR" altLang="en-US" dirty="0">
                <a:solidFill>
                  <a:srgbClr val="FF0000"/>
                </a:solidFill>
              </a:rPr>
              <a:t>샘플의 분포와 같게 만들어 </a:t>
            </a:r>
            <a:r>
              <a:rPr lang="ko-KR" altLang="en-US" dirty="0" err="1">
                <a:solidFill>
                  <a:srgbClr val="FF0000"/>
                </a:solidFill>
              </a:rPr>
              <a:t>감별자</a:t>
            </a:r>
            <a:r>
              <a:rPr lang="en-US" altLang="ko-KR" dirty="0">
                <a:solidFill>
                  <a:srgbClr val="FF0000"/>
                </a:solidFill>
              </a:rPr>
              <a:t>(D)</a:t>
            </a:r>
            <a:r>
              <a:rPr lang="ko-KR" altLang="en-US" dirty="0">
                <a:solidFill>
                  <a:srgbClr val="FF0000"/>
                </a:solidFill>
              </a:rPr>
              <a:t>가 실수하도록 노력함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 err="1">
                <a:solidFill>
                  <a:srgbClr val="FF0000"/>
                </a:solidFill>
              </a:rPr>
              <a:t>감별자</a:t>
            </a:r>
            <a:r>
              <a:rPr lang="en-US" altLang="ko-KR" dirty="0">
                <a:solidFill>
                  <a:srgbClr val="FF0000"/>
                </a:solidFill>
              </a:rPr>
              <a:t>(D)</a:t>
            </a:r>
            <a:r>
              <a:rPr lang="ko-KR" altLang="en-US" dirty="0">
                <a:solidFill>
                  <a:srgbClr val="FF0000"/>
                </a:solidFill>
              </a:rPr>
              <a:t>는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ko-KR" altLang="en-US" dirty="0">
                <a:solidFill>
                  <a:srgbClr val="FF0000"/>
                </a:solidFill>
              </a:rPr>
              <a:t>진짜</a:t>
            </a:r>
            <a:r>
              <a:rPr lang="en-US" altLang="ko-KR" dirty="0">
                <a:solidFill>
                  <a:srgbClr val="FF0000"/>
                </a:solidFill>
              </a:rPr>
              <a:t>’</a:t>
            </a:r>
            <a:r>
              <a:rPr lang="ko-KR" altLang="en-US" dirty="0">
                <a:solidFill>
                  <a:srgbClr val="FF0000"/>
                </a:solidFill>
              </a:rPr>
              <a:t>인지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ko-KR" altLang="en-US" dirty="0">
                <a:solidFill>
                  <a:srgbClr val="FF0000"/>
                </a:solidFill>
              </a:rPr>
              <a:t>가짜</a:t>
            </a:r>
            <a:r>
              <a:rPr lang="en-US" altLang="ko-KR" dirty="0">
                <a:solidFill>
                  <a:srgbClr val="FF0000"/>
                </a:solidFill>
              </a:rPr>
              <a:t>’</a:t>
            </a:r>
            <a:r>
              <a:rPr lang="ko-KR" altLang="en-US" dirty="0">
                <a:solidFill>
                  <a:srgbClr val="FF0000"/>
                </a:solidFill>
              </a:rPr>
              <a:t>인지 구별하는 확률로 구분한다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>
                <a:solidFill>
                  <a:srgbClr val="FF0000"/>
                </a:solidFill>
              </a:rPr>
              <a:t>생성자와 감별자는 서로 경쟁하지만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서로 도움을 주는 관계이기도 하다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 D</a:t>
            </a:r>
            <a:r>
              <a:rPr lang="ko-KR" altLang="en-US" dirty="0">
                <a:solidFill>
                  <a:srgbClr val="FF0000"/>
                </a:solidFill>
              </a:rPr>
              <a:t>학습 </a:t>
            </a:r>
            <a:r>
              <a:rPr lang="en-US" altLang="ko-KR" dirty="0">
                <a:solidFill>
                  <a:srgbClr val="FF0000"/>
                </a:solidFill>
              </a:rPr>
              <a:t>-&gt; G</a:t>
            </a:r>
            <a:r>
              <a:rPr lang="ko-KR" altLang="en-US" dirty="0">
                <a:solidFill>
                  <a:srgbClr val="FF0000"/>
                </a:solidFill>
              </a:rPr>
              <a:t>고정 </a:t>
            </a:r>
            <a:r>
              <a:rPr lang="en-US" altLang="ko-KR" dirty="0">
                <a:solidFill>
                  <a:srgbClr val="FF0000"/>
                </a:solidFill>
              </a:rPr>
              <a:t>/ G</a:t>
            </a:r>
            <a:r>
              <a:rPr lang="ko-KR" altLang="en-US" dirty="0">
                <a:solidFill>
                  <a:srgbClr val="FF0000"/>
                </a:solidFill>
              </a:rPr>
              <a:t>학습 </a:t>
            </a:r>
            <a:r>
              <a:rPr lang="en-US" altLang="ko-KR" dirty="0">
                <a:solidFill>
                  <a:srgbClr val="FF0000"/>
                </a:solidFill>
              </a:rPr>
              <a:t>-&gt; D</a:t>
            </a:r>
            <a:r>
              <a:rPr lang="ko-KR" altLang="en-US" dirty="0">
                <a:solidFill>
                  <a:srgbClr val="FF0000"/>
                </a:solidFill>
              </a:rPr>
              <a:t>고정</a:t>
            </a:r>
            <a:r>
              <a:rPr lang="en-US" altLang="ko-KR" dirty="0">
                <a:solidFill>
                  <a:srgbClr val="FF0000"/>
                </a:solidFill>
              </a:rPr>
              <a:t>       </a:t>
            </a:r>
            <a:r>
              <a:rPr lang="ko-KR" altLang="en-US" dirty="0">
                <a:solidFill>
                  <a:srgbClr val="FF0000"/>
                </a:solidFill>
              </a:rPr>
              <a:t>동시에 학습을 못하기 때문에</a:t>
            </a:r>
            <a:r>
              <a:rPr lang="en-US" altLang="ko-KR" dirty="0">
                <a:solidFill>
                  <a:srgbClr val="FF0000"/>
                </a:solidFill>
              </a:rPr>
              <a:t>…</a:t>
            </a:r>
          </a:p>
          <a:p>
            <a:pPr marL="342900" indent="-342900">
              <a:buAutoNum type="arabicParenR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dirty="0">
                <a:solidFill>
                  <a:srgbClr val="FF0000"/>
                </a:solidFill>
              </a:rPr>
              <a:t>학습이 다 끝나면 </a:t>
            </a:r>
            <a:r>
              <a:rPr lang="en-US" altLang="ko-KR" dirty="0">
                <a:solidFill>
                  <a:srgbClr val="FF0000"/>
                </a:solidFill>
              </a:rPr>
              <a:t>D</a:t>
            </a:r>
            <a:r>
              <a:rPr lang="ko-KR" altLang="en-US" dirty="0">
                <a:solidFill>
                  <a:srgbClr val="FF0000"/>
                </a:solidFill>
              </a:rPr>
              <a:t>는 사용하지 않음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데이터 생성이 목적이니까</a:t>
            </a:r>
            <a:r>
              <a:rPr lang="en-US" altLang="ko-KR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36C922-576D-330F-040F-D2B86BD01297}"/>
              </a:ext>
            </a:extLst>
          </p:cNvPr>
          <p:cNvSpPr txBox="1"/>
          <p:nvPr/>
        </p:nvSpPr>
        <p:spPr>
          <a:xfrm>
            <a:off x="2527301" y="5118100"/>
            <a:ext cx="155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Fake sample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E71DA-81E9-12DC-ABEB-F5709ECCB087}"/>
              </a:ext>
            </a:extLst>
          </p:cNvPr>
          <p:cNvSpPr txBox="1"/>
          <p:nvPr/>
        </p:nvSpPr>
        <p:spPr>
          <a:xfrm>
            <a:off x="4337050" y="4489450"/>
            <a:ext cx="1003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(0,1) </a:t>
            </a:r>
            <a:r>
              <a:rPr lang="ko-KR" altLang="en-US" sz="1400" dirty="0">
                <a:solidFill>
                  <a:srgbClr val="FF0000"/>
                </a:solidFill>
              </a:rPr>
              <a:t>생성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4A79D-BD64-B957-0E3E-9E4819C60E59}"/>
              </a:ext>
            </a:extLst>
          </p:cNvPr>
          <p:cNvSpPr txBox="1"/>
          <p:nvPr/>
        </p:nvSpPr>
        <p:spPr>
          <a:xfrm>
            <a:off x="4991101" y="3752850"/>
            <a:ext cx="2635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에 가까울수록 진짜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D9262-D601-E70C-AD91-D409DA7718F5}"/>
              </a:ext>
            </a:extLst>
          </p:cNvPr>
          <p:cNvSpPr txBox="1"/>
          <p:nvPr/>
        </p:nvSpPr>
        <p:spPr>
          <a:xfrm>
            <a:off x="5029200" y="596265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에 가까울수록 가짜</a:t>
            </a:r>
          </a:p>
        </p:txBody>
      </p:sp>
    </p:spTree>
    <p:extLst>
      <p:ext uri="{BB962C8B-B14F-4D97-AF65-F5344CB8AC3E}">
        <p14:creationId xmlns:p14="http://schemas.microsoft.com/office/powerpoint/2010/main" val="369580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46F9A5-826E-7DE5-91A8-8433FE5C0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5" y="60324"/>
            <a:ext cx="6908785" cy="669607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BC49714-4E74-A56B-CC9D-BB2FFE98E678}"/>
                  </a:ext>
                </a:extLst>
              </p14:cNvPr>
              <p14:cNvContentPartPr/>
              <p14:nvPr/>
            </p14:nvContentPartPr>
            <p14:xfrm>
              <a:off x="1757000" y="1180290"/>
              <a:ext cx="630720" cy="4456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BC49714-4E74-A56B-CC9D-BB2FFE98E6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1360" y="1108290"/>
                <a:ext cx="70236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C8E89901-7852-5380-6568-D6DA432B236F}"/>
                  </a:ext>
                </a:extLst>
              </p14:cNvPr>
              <p14:cNvContentPartPr/>
              <p14:nvPr/>
            </p14:nvContentPartPr>
            <p14:xfrm>
              <a:off x="2590760" y="1574490"/>
              <a:ext cx="3676320" cy="579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C8E89901-7852-5380-6568-D6DA432B23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54760" y="1502490"/>
                <a:ext cx="3747960" cy="201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EF719E9-499B-FCD5-F220-38F06CBE1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146693"/>
              </p:ext>
            </p:extLst>
          </p:nvPr>
        </p:nvGraphicFramePr>
        <p:xfrm>
          <a:off x="1809380" y="249467"/>
          <a:ext cx="4457700" cy="741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81420">
                  <a:extLst>
                    <a:ext uri="{9D8B030D-6E8A-4147-A177-3AD203B41FA5}">
                      <a16:colId xmlns:a16="http://schemas.microsoft.com/office/drawing/2014/main" val="3202954516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812856825"/>
                    </a:ext>
                  </a:extLst>
                </a:gridCol>
                <a:gridCol w="1942730">
                  <a:extLst>
                    <a:ext uri="{9D8B030D-6E8A-4147-A177-3AD203B41FA5}">
                      <a16:colId xmlns:a16="http://schemas.microsoft.com/office/drawing/2014/main" val="1263729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Gen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X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최소</a:t>
                      </a:r>
                      <a:r>
                        <a:rPr lang="en-US" altLang="ko-KR" sz="1600" b="1" dirty="0"/>
                        <a:t>(log0+)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150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Dis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최대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최대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338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2E39C4C-8598-CC29-000A-E1F26CFA749B}"/>
              </a:ext>
            </a:extLst>
          </p:cNvPr>
          <p:cNvSpPr txBox="1"/>
          <p:nvPr/>
        </p:nvSpPr>
        <p:spPr>
          <a:xfrm>
            <a:off x="2457450" y="1603470"/>
            <a:ext cx="1765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진짜 데이터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4C6FD-BF7F-D234-0FA9-BF391C81AAA5}"/>
              </a:ext>
            </a:extLst>
          </p:cNvPr>
          <p:cNvSpPr txBox="1"/>
          <p:nvPr/>
        </p:nvSpPr>
        <p:spPr>
          <a:xfrm>
            <a:off x="4152715" y="1603470"/>
            <a:ext cx="165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가짜 데이터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39482FB-FC11-9AF9-24D3-822B05A7C481}"/>
              </a:ext>
            </a:extLst>
          </p:cNvPr>
          <p:cNvGrpSpPr/>
          <p:nvPr/>
        </p:nvGrpSpPr>
        <p:grpSpPr>
          <a:xfrm>
            <a:off x="2685800" y="1031250"/>
            <a:ext cx="1321920" cy="225720"/>
            <a:chOff x="2685800" y="1031250"/>
            <a:chExt cx="132192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9263D9E-2FA2-06F8-6805-B5EBEF472BA8}"/>
                    </a:ext>
                  </a:extLst>
                </p14:cNvPr>
                <p14:cNvContentPartPr/>
                <p14:nvPr/>
              </p14:nvContentPartPr>
              <p14:xfrm>
                <a:off x="2685800" y="1192170"/>
                <a:ext cx="1321920" cy="648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9263D9E-2FA2-06F8-6805-B5EBEF472BA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77160" y="1183170"/>
                  <a:ext cx="1339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95F85C6-36AE-48CA-7A90-6063D933C04A}"/>
                    </a:ext>
                  </a:extLst>
                </p14:cNvPr>
                <p14:cNvContentPartPr/>
                <p14:nvPr/>
              </p14:nvContentPartPr>
              <p14:xfrm>
                <a:off x="3387440" y="1031250"/>
                <a:ext cx="80280" cy="1753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95F85C6-36AE-48CA-7A90-6063D933C04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78800" y="1022610"/>
                  <a:ext cx="97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5D36D70-3BE7-CC8D-4882-4EF1EAB640DE}"/>
                    </a:ext>
                  </a:extLst>
                </p14:cNvPr>
                <p14:cNvContentPartPr/>
                <p14:nvPr/>
              </p14:nvContentPartPr>
              <p14:xfrm>
                <a:off x="3460520" y="1034850"/>
                <a:ext cx="24480" cy="961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5D36D70-3BE7-CC8D-4882-4EF1EAB640D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51880" y="1025850"/>
                  <a:ext cx="4212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7F786C7-0BAD-2445-4165-A6EE4F4D44CB}"/>
              </a:ext>
            </a:extLst>
          </p:cNvPr>
          <p:cNvGrpSpPr/>
          <p:nvPr/>
        </p:nvGrpSpPr>
        <p:grpSpPr>
          <a:xfrm>
            <a:off x="4260440" y="997050"/>
            <a:ext cx="1924560" cy="241200"/>
            <a:chOff x="4260440" y="997050"/>
            <a:chExt cx="192456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A23E0E1-780E-46F5-46DC-D29B22F54ACE}"/>
                    </a:ext>
                  </a:extLst>
                </p14:cNvPr>
                <p14:cNvContentPartPr/>
                <p14:nvPr/>
              </p14:nvContentPartPr>
              <p14:xfrm>
                <a:off x="4260440" y="1142490"/>
                <a:ext cx="1924560" cy="957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A23E0E1-780E-46F5-46DC-D29B22F54AC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51800" y="1133850"/>
                  <a:ext cx="1942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818D79EA-FE81-339F-CF5B-F9B116F8CC5F}"/>
                    </a:ext>
                  </a:extLst>
                </p14:cNvPr>
                <p14:cNvContentPartPr/>
                <p14:nvPr/>
              </p14:nvContentPartPr>
              <p14:xfrm>
                <a:off x="5189960" y="1005330"/>
                <a:ext cx="61560" cy="144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818D79EA-FE81-339F-CF5B-F9B116F8CC5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181320" y="996690"/>
                  <a:ext cx="79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5EE8D81-2BAE-B687-56BF-C7B044EBE019}"/>
                    </a:ext>
                  </a:extLst>
                </p14:cNvPr>
                <p14:cNvContentPartPr/>
                <p14:nvPr/>
              </p14:nvContentPartPr>
              <p14:xfrm>
                <a:off x="5251160" y="997050"/>
                <a:ext cx="37440" cy="957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5EE8D81-2BAE-B687-56BF-C7B044EBE01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42520" y="988050"/>
                  <a:ext cx="55080" cy="113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5" name="그림 2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5C2BD1-6EBE-7E5A-34E5-49EF6572EF2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430" y="0"/>
            <a:ext cx="4902570" cy="6858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2462216-D3EA-FC01-AEFE-624E3A6A5051}"/>
              </a:ext>
            </a:extLst>
          </p:cNvPr>
          <p:cNvSpPr txBox="1"/>
          <p:nvPr/>
        </p:nvSpPr>
        <p:spPr>
          <a:xfrm>
            <a:off x="193208" y="1911247"/>
            <a:ext cx="21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판별자</a:t>
            </a:r>
            <a:r>
              <a:rPr lang="en-US" altLang="ko-KR" sz="1600" dirty="0">
                <a:solidFill>
                  <a:srgbClr val="FF0000"/>
                </a:solidFill>
              </a:rPr>
              <a:t>(D)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-&gt;1</a:t>
            </a:r>
            <a:r>
              <a:rPr lang="ko-KR" altLang="en-US" sz="1600" dirty="0">
                <a:solidFill>
                  <a:srgbClr val="FF0000"/>
                </a:solidFill>
              </a:rPr>
              <a:t>은 진짜</a:t>
            </a:r>
            <a:r>
              <a:rPr lang="en-US" altLang="ko-KR" sz="1600" dirty="0">
                <a:solidFill>
                  <a:srgbClr val="FF0000"/>
                </a:solidFill>
              </a:rPr>
              <a:t>, 0</a:t>
            </a:r>
            <a:r>
              <a:rPr lang="ko-KR" altLang="en-US" sz="1600" dirty="0">
                <a:solidFill>
                  <a:srgbClr val="FF0000"/>
                </a:solidFill>
              </a:rPr>
              <a:t>은 가짜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6BEDC0-93F5-E885-F456-040A145DE9CA}"/>
              </a:ext>
            </a:extLst>
          </p:cNvPr>
          <p:cNvSpPr txBox="1"/>
          <p:nvPr/>
        </p:nvSpPr>
        <p:spPr>
          <a:xfrm>
            <a:off x="193208" y="3518216"/>
            <a:ext cx="236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생성자</a:t>
            </a:r>
            <a:r>
              <a:rPr lang="en-US" altLang="ko-KR" sz="1400" dirty="0">
                <a:solidFill>
                  <a:srgbClr val="FF0000"/>
                </a:solidFill>
              </a:rPr>
              <a:t>(G)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-&gt;D(G(z))</a:t>
            </a:r>
            <a:r>
              <a:rPr lang="ko-KR" altLang="en-US" sz="1400" dirty="0">
                <a:solidFill>
                  <a:srgbClr val="FF0000"/>
                </a:solidFill>
              </a:rPr>
              <a:t>가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로가게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AC1EED-0174-3FE9-6B14-8768BC121E99}"/>
              </a:ext>
            </a:extLst>
          </p:cNvPr>
          <p:cNvSpPr txBox="1"/>
          <p:nvPr/>
        </p:nvSpPr>
        <p:spPr>
          <a:xfrm>
            <a:off x="749300" y="6007398"/>
            <a:ext cx="431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Real Data </a:t>
            </a:r>
            <a:r>
              <a:rPr lang="ko-KR" altLang="en-US" sz="1600" dirty="0">
                <a:solidFill>
                  <a:srgbClr val="FF0000"/>
                </a:solidFill>
              </a:rPr>
              <a:t>분포 </a:t>
            </a:r>
            <a:r>
              <a:rPr lang="en-US" altLang="ko-KR" sz="1600" dirty="0">
                <a:solidFill>
                  <a:srgbClr val="FF0000"/>
                </a:solidFill>
              </a:rPr>
              <a:t>= Fake Data </a:t>
            </a:r>
            <a:r>
              <a:rPr lang="ko-KR" altLang="en-US" sz="1600" dirty="0">
                <a:solidFill>
                  <a:srgbClr val="FF0000"/>
                </a:solidFill>
              </a:rPr>
              <a:t>분포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CD33621-2BF6-6EE5-1779-F5478E01582C}"/>
              </a:ext>
            </a:extLst>
          </p:cNvPr>
          <p:cNvGrpSpPr/>
          <p:nvPr/>
        </p:nvGrpSpPr>
        <p:grpSpPr>
          <a:xfrm>
            <a:off x="4273040" y="5448090"/>
            <a:ext cx="121680" cy="199080"/>
            <a:chOff x="4273040" y="5448090"/>
            <a:chExt cx="12168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FD75AFBF-94C0-C6A3-002F-388215B8EEC6}"/>
                    </a:ext>
                  </a:extLst>
                </p14:cNvPr>
                <p14:cNvContentPartPr/>
                <p14:nvPr/>
              </p14:nvContentPartPr>
              <p14:xfrm>
                <a:off x="4273040" y="5448090"/>
                <a:ext cx="32400" cy="18360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FD75AFBF-94C0-C6A3-002F-388215B8EEC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64400" y="5439450"/>
                  <a:ext cx="500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39156F13-4D40-3ED6-4231-0E80437F9003}"/>
                    </a:ext>
                  </a:extLst>
                </p14:cNvPr>
                <p14:cNvContentPartPr/>
                <p14:nvPr/>
              </p14:nvContentPartPr>
              <p14:xfrm>
                <a:off x="4300400" y="5479770"/>
                <a:ext cx="94320" cy="16740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39156F13-4D40-3ED6-4231-0E80437F900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91400" y="5471130"/>
                  <a:ext cx="111960" cy="18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B0E34D7F-0197-4DE0-546C-3722665D17A1}"/>
                  </a:ext>
                </a:extLst>
              </p14:cNvPr>
              <p14:cNvContentPartPr/>
              <p14:nvPr/>
            </p14:nvContentPartPr>
            <p14:xfrm>
              <a:off x="3982880" y="6165570"/>
              <a:ext cx="81360" cy="17064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B0E34D7F-0197-4DE0-546C-3722665D17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73880" y="6156570"/>
                <a:ext cx="990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6BE86689-333D-F63A-B38D-898C0ED4F94C}"/>
                  </a:ext>
                </a:extLst>
              </p14:cNvPr>
              <p14:cNvContentPartPr/>
              <p14:nvPr/>
            </p14:nvContentPartPr>
            <p14:xfrm>
              <a:off x="4040120" y="6210210"/>
              <a:ext cx="68400" cy="14544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6BE86689-333D-F63A-B38D-898C0ED4F94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31480" y="6201210"/>
                <a:ext cx="86040" cy="16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그룹 40">
            <a:extLst>
              <a:ext uri="{FF2B5EF4-FFF2-40B4-BE49-F238E27FC236}">
                <a16:creationId xmlns:a16="http://schemas.microsoft.com/office/drawing/2014/main" id="{244FC87B-CBC2-3CD5-59B4-7C79CE1B493E}"/>
              </a:ext>
            </a:extLst>
          </p:cNvPr>
          <p:cNvGrpSpPr/>
          <p:nvPr/>
        </p:nvGrpSpPr>
        <p:grpSpPr>
          <a:xfrm>
            <a:off x="4559240" y="6165570"/>
            <a:ext cx="127080" cy="189000"/>
            <a:chOff x="4559240" y="6165570"/>
            <a:chExt cx="127080" cy="18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688D2377-9292-BF84-263D-DF1DA4DD8E8B}"/>
                    </a:ext>
                  </a:extLst>
                </p14:cNvPr>
                <p14:cNvContentPartPr/>
                <p14:nvPr/>
              </p14:nvContentPartPr>
              <p14:xfrm>
                <a:off x="4559240" y="6165570"/>
                <a:ext cx="45000" cy="1713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688D2377-9292-BF84-263D-DF1DA4DD8E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50240" y="6156570"/>
                  <a:ext cx="626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24CE0B34-C148-1F4E-4749-FB7286470C4C}"/>
                    </a:ext>
                  </a:extLst>
                </p14:cNvPr>
                <p14:cNvContentPartPr/>
                <p14:nvPr/>
              </p14:nvContentPartPr>
              <p14:xfrm>
                <a:off x="4593800" y="6191130"/>
                <a:ext cx="92520" cy="16344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24CE0B34-C148-1F4E-4749-FB7286470C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85160" y="6182130"/>
                  <a:ext cx="110160" cy="181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B6A6B09-7BEE-C097-0476-350BFEBD440F}"/>
              </a:ext>
            </a:extLst>
          </p:cNvPr>
          <p:cNvSpPr txBox="1"/>
          <p:nvPr/>
        </p:nvSpPr>
        <p:spPr>
          <a:xfrm>
            <a:off x="5835270" y="5550490"/>
            <a:ext cx="1373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진짜와 가짜를 구분해 </a:t>
            </a:r>
            <a:r>
              <a:rPr lang="ko-KR" altLang="en-US" sz="1200" dirty="0" err="1">
                <a:solidFill>
                  <a:srgbClr val="FF0000"/>
                </a:solidFill>
              </a:rPr>
              <a:t>맞출확률이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50%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6" name="그림 5" descr="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399C31-ECF6-1B3F-11A5-3BE0CB52479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075" y="2549333"/>
            <a:ext cx="2951740" cy="2292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016F9E-C838-3CA2-B5EF-FF7F5A95138A}"/>
              </a:ext>
            </a:extLst>
          </p:cNvPr>
          <p:cNvSpPr txBox="1"/>
          <p:nvPr/>
        </p:nvSpPr>
        <p:spPr>
          <a:xfrm>
            <a:off x="4456155" y="2229034"/>
            <a:ext cx="2307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D(x)</a:t>
            </a:r>
            <a:r>
              <a:rPr lang="ko-KR" altLang="en-US" sz="1600" dirty="0">
                <a:solidFill>
                  <a:srgbClr val="FF0000"/>
                </a:solidFill>
              </a:rPr>
              <a:t>와 </a:t>
            </a:r>
            <a:r>
              <a:rPr lang="en-US" altLang="ko-KR" sz="1600" dirty="0">
                <a:solidFill>
                  <a:srgbClr val="FF0000"/>
                </a:solidFill>
              </a:rPr>
              <a:t>D(G(z)</a:t>
            </a:r>
            <a:r>
              <a:rPr lang="ko-KR" altLang="en-US" sz="1600" dirty="0">
                <a:solidFill>
                  <a:srgbClr val="FF0000"/>
                </a:solidFill>
              </a:rPr>
              <a:t>는 </a:t>
            </a:r>
            <a:r>
              <a:rPr lang="en-US" altLang="ko-KR" sz="1600" dirty="0">
                <a:solidFill>
                  <a:srgbClr val="FF0000"/>
                </a:solidFill>
              </a:rPr>
              <a:t>0~1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AD65DF62-B96B-4142-7156-4FEAC336FEA6}"/>
                  </a:ext>
                </a:extLst>
              </p14:cNvPr>
              <p14:cNvContentPartPr/>
              <p14:nvPr/>
            </p14:nvContentPartPr>
            <p14:xfrm>
              <a:off x="4506320" y="3708210"/>
              <a:ext cx="9000" cy="88884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AD65DF62-B96B-4142-7156-4FEAC336FEA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497680" y="3699210"/>
                <a:ext cx="26640" cy="90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F72049BD-B8A4-7D35-467B-8CA1EEE9CE59}"/>
                  </a:ext>
                </a:extLst>
              </p14:cNvPr>
              <p14:cNvContentPartPr/>
              <p14:nvPr/>
            </p14:nvContentPartPr>
            <p14:xfrm>
              <a:off x="4622600" y="3714690"/>
              <a:ext cx="720" cy="45144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F72049BD-B8A4-7D35-467B-8CA1EEE9CE5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604600" y="3705690"/>
                <a:ext cx="36000" cy="46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그룹 43">
            <a:extLst>
              <a:ext uri="{FF2B5EF4-FFF2-40B4-BE49-F238E27FC236}">
                <a16:creationId xmlns:a16="http://schemas.microsoft.com/office/drawing/2014/main" id="{8AB5363A-87C7-C61E-5D87-49EA7B9C36EF}"/>
              </a:ext>
            </a:extLst>
          </p:cNvPr>
          <p:cNvGrpSpPr/>
          <p:nvPr/>
        </p:nvGrpSpPr>
        <p:grpSpPr>
          <a:xfrm>
            <a:off x="4724120" y="3695610"/>
            <a:ext cx="197280" cy="205200"/>
            <a:chOff x="4724120" y="3695610"/>
            <a:chExt cx="19728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D1EA01E-E536-AA5F-F88D-173A71505F69}"/>
                    </a:ext>
                  </a:extLst>
                </p14:cNvPr>
                <p14:cNvContentPartPr/>
                <p14:nvPr/>
              </p14:nvContentPartPr>
              <p14:xfrm>
                <a:off x="4921040" y="3695610"/>
                <a:ext cx="360" cy="3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D1EA01E-E536-AA5F-F88D-173A71505F6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03400" y="36776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D75BF1F-68A8-B73C-635D-929F2FE4F113}"/>
                    </a:ext>
                  </a:extLst>
                </p14:cNvPr>
                <p14:cNvContentPartPr/>
                <p14:nvPr/>
              </p14:nvContentPartPr>
              <p14:xfrm>
                <a:off x="4921040" y="3708210"/>
                <a:ext cx="360" cy="3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D75BF1F-68A8-B73C-635D-929F2FE4F11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03400" y="36902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DAA8955-0B8E-1C2A-63C5-59A64F16A425}"/>
                    </a:ext>
                  </a:extLst>
                </p14:cNvPr>
                <p14:cNvContentPartPr/>
                <p14:nvPr/>
              </p14:nvContentPartPr>
              <p14:xfrm>
                <a:off x="4921040" y="3708210"/>
                <a:ext cx="360" cy="3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DAA8955-0B8E-1C2A-63C5-59A64F16A42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03400" y="36902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C3E1D73D-C80F-755A-B3AC-18A082135434}"/>
                    </a:ext>
                  </a:extLst>
                </p14:cNvPr>
                <p14:cNvContentPartPr/>
                <p14:nvPr/>
              </p14:nvContentPartPr>
              <p14:xfrm>
                <a:off x="4724120" y="3708210"/>
                <a:ext cx="16920" cy="19260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C3E1D73D-C80F-755A-B3AC-18A0821354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15480" y="3699210"/>
                  <a:ext cx="345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40419389-E03C-4904-7AC6-07BB7E6939FB}"/>
                    </a:ext>
                  </a:extLst>
                </p14:cNvPr>
                <p14:cNvContentPartPr/>
                <p14:nvPr/>
              </p14:nvContentPartPr>
              <p14:xfrm>
                <a:off x="4813040" y="3702090"/>
                <a:ext cx="360" cy="7596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40419389-E03C-4904-7AC6-07BB7E6939F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04400" y="3693090"/>
                  <a:ext cx="18000" cy="93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482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만화 영화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DE86EE-7C0B-1104-0C90-F08A8DA53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14" y="214916"/>
            <a:ext cx="6036386" cy="609063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40F463-F436-972D-F225-C1CC4335566F}"/>
              </a:ext>
            </a:extLst>
          </p:cNvPr>
          <p:cNvSpPr txBox="1"/>
          <p:nvPr/>
        </p:nvSpPr>
        <p:spPr>
          <a:xfrm>
            <a:off x="6318250" y="1136650"/>
            <a:ext cx="55435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서로의 선택을 모른다고 가정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A</a:t>
            </a:r>
            <a:r>
              <a:rPr lang="ko-KR" altLang="en-US" dirty="0">
                <a:solidFill>
                  <a:srgbClr val="FF0000"/>
                </a:solidFill>
              </a:rPr>
              <a:t>가 자백을 선택 </a:t>
            </a:r>
            <a:r>
              <a:rPr lang="en-US" altLang="ko-KR" dirty="0">
                <a:solidFill>
                  <a:srgbClr val="FF0000"/>
                </a:solidFill>
              </a:rPr>
              <a:t>-&gt; B</a:t>
            </a:r>
            <a:r>
              <a:rPr lang="ko-KR" altLang="en-US" dirty="0">
                <a:solidFill>
                  <a:srgbClr val="FF0000"/>
                </a:solidFill>
              </a:rPr>
              <a:t>가 자백을 선택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A</a:t>
            </a:r>
            <a:r>
              <a:rPr lang="ko-KR" altLang="en-US" dirty="0"/>
              <a:t>가 침묵을 선택 </a:t>
            </a:r>
            <a:r>
              <a:rPr lang="en-US" altLang="ko-KR" dirty="0"/>
              <a:t>-&gt; B</a:t>
            </a:r>
            <a:r>
              <a:rPr lang="ko-KR" altLang="en-US" dirty="0"/>
              <a:t>가 자백을 선택</a:t>
            </a: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B</a:t>
            </a:r>
            <a:r>
              <a:rPr lang="ko-KR" altLang="en-US" dirty="0">
                <a:solidFill>
                  <a:srgbClr val="FF0000"/>
                </a:solidFill>
              </a:rPr>
              <a:t>가 자백을 선택 </a:t>
            </a:r>
            <a:r>
              <a:rPr lang="en-US" altLang="ko-KR" dirty="0">
                <a:solidFill>
                  <a:srgbClr val="FF0000"/>
                </a:solidFill>
              </a:rPr>
              <a:t>-&gt; A</a:t>
            </a:r>
            <a:r>
              <a:rPr lang="ko-KR" altLang="en-US" dirty="0">
                <a:solidFill>
                  <a:srgbClr val="FF0000"/>
                </a:solidFill>
              </a:rPr>
              <a:t>가 자백을 선택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B</a:t>
            </a:r>
            <a:r>
              <a:rPr lang="ko-KR" altLang="en-US" dirty="0"/>
              <a:t>가 침묵을 선택 </a:t>
            </a:r>
            <a:r>
              <a:rPr lang="en-US" altLang="ko-KR" dirty="0"/>
              <a:t>-&gt; A</a:t>
            </a:r>
            <a:r>
              <a:rPr lang="ko-KR" altLang="en-US" dirty="0"/>
              <a:t>가 자백을 선택</a:t>
            </a: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r>
              <a:rPr lang="ko-KR" altLang="en-US" dirty="0"/>
              <a:t>결론 </a:t>
            </a:r>
            <a:r>
              <a:rPr lang="en-US" altLang="ko-KR" dirty="0"/>
              <a:t>: </a:t>
            </a:r>
            <a:r>
              <a:rPr lang="ko-KR" altLang="en-US" dirty="0"/>
              <a:t>둘 다 자백을 선택 </a:t>
            </a:r>
            <a:endParaRPr lang="en-US" altLang="ko-KR" dirty="0"/>
          </a:p>
          <a:p>
            <a:r>
              <a:rPr lang="en-US" altLang="ko-KR" dirty="0"/>
              <a:t>          (</a:t>
            </a:r>
            <a:r>
              <a:rPr lang="ko-KR" altLang="en-US" dirty="0" err="1"/>
              <a:t>둘다</a:t>
            </a:r>
            <a:r>
              <a:rPr lang="ko-KR" altLang="en-US" dirty="0"/>
              <a:t> 침묵이 </a:t>
            </a:r>
            <a:r>
              <a:rPr lang="ko-KR" altLang="en-US" dirty="0" err="1"/>
              <a:t>더좋은</a:t>
            </a:r>
            <a:r>
              <a:rPr lang="ko-KR" altLang="en-US" dirty="0"/>
              <a:t> 결과지만</a:t>
            </a:r>
            <a:r>
              <a:rPr lang="en-US" altLang="ko-KR" dirty="0"/>
              <a:t>..)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7133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D8012-E3DC-6D05-3704-30FCB2D3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84A34F-0C78-DEE4-1305-8DDDAB152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077700" cy="673735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5D3E011C-32F0-924F-1C74-B3688762FD30}"/>
                  </a:ext>
                </a:extLst>
              </p14:cNvPr>
              <p14:cNvContentPartPr/>
              <p14:nvPr/>
            </p14:nvContentPartPr>
            <p14:xfrm>
              <a:off x="2298440" y="1427610"/>
              <a:ext cx="2184120" cy="27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5D3E011C-32F0-924F-1C74-B3688762FD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9800" y="1418970"/>
                <a:ext cx="2201760" cy="45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B56C658-2DEF-9E85-B7AA-6C90A7920611}"/>
              </a:ext>
            </a:extLst>
          </p:cNvPr>
          <p:cNvSpPr txBox="1"/>
          <p:nvPr/>
        </p:nvSpPr>
        <p:spPr>
          <a:xfrm>
            <a:off x="2815" y="2199728"/>
            <a:ext cx="18732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다른 플레이어의 전략은 고정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내전략만 변화가능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8190DA4-B56E-3B26-228B-BED3736C2DF6}"/>
              </a:ext>
            </a:extLst>
          </p:cNvPr>
          <p:cNvGrpSpPr/>
          <p:nvPr/>
        </p:nvGrpSpPr>
        <p:grpSpPr>
          <a:xfrm>
            <a:off x="939440" y="1396650"/>
            <a:ext cx="1372320" cy="703080"/>
            <a:chOff x="939440" y="1396650"/>
            <a:chExt cx="1372320" cy="70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1BB5064-BAC5-3EBB-C86A-B345C392E8EC}"/>
                    </a:ext>
                  </a:extLst>
                </p14:cNvPr>
                <p14:cNvContentPartPr/>
                <p14:nvPr/>
              </p14:nvContentPartPr>
              <p14:xfrm>
                <a:off x="939440" y="1396650"/>
                <a:ext cx="1372320" cy="7030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1BB5064-BAC5-3EBB-C86A-B345C392E8E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0440" y="1388010"/>
                  <a:ext cx="138996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31C620F-0933-58E2-C834-C87A87F51F1F}"/>
                    </a:ext>
                  </a:extLst>
                </p14:cNvPr>
                <p14:cNvContentPartPr/>
                <p14:nvPr/>
              </p14:nvContentPartPr>
              <p14:xfrm>
                <a:off x="971480" y="2010090"/>
                <a:ext cx="86040" cy="856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31C620F-0933-58E2-C834-C87A87F51F1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2480" y="2001450"/>
                  <a:ext cx="103680" cy="103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840F405-B6B5-2723-2BE1-68648C10509D}"/>
              </a:ext>
            </a:extLst>
          </p:cNvPr>
          <p:cNvSpPr txBox="1"/>
          <p:nvPr/>
        </p:nvSpPr>
        <p:spPr>
          <a:xfrm>
            <a:off x="2593975" y="311592"/>
            <a:ext cx="6889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"</a:t>
            </a:r>
            <a:r>
              <a:rPr lang="ko-KR" altLang="en-US" sz="1600" dirty="0">
                <a:solidFill>
                  <a:srgbClr val="FF0000"/>
                </a:solidFill>
              </a:rPr>
              <a:t>상대방이 전략을 바꾸지 않는 한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</a:p>
          <a:p>
            <a:r>
              <a:rPr lang="ko-KR" altLang="en-US" sz="1600" dirty="0">
                <a:solidFill>
                  <a:srgbClr val="FF0000"/>
                </a:solidFill>
              </a:rPr>
              <a:t>나도 현재의 전략을 바꿀 이유가 없는 안정적인 상태</a:t>
            </a:r>
            <a:r>
              <a:rPr lang="en-US" altLang="ko-KR" sz="1600" dirty="0">
                <a:solidFill>
                  <a:srgbClr val="FF0000"/>
                </a:solidFill>
              </a:rPr>
              <a:t>"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66AC945-5076-7962-86FE-9719F2AD2898}"/>
              </a:ext>
            </a:extLst>
          </p:cNvPr>
          <p:cNvGrpSpPr/>
          <p:nvPr/>
        </p:nvGrpSpPr>
        <p:grpSpPr>
          <a:xfrm>
            <a:off x="8470640" y="5702250"/>
            <a:ext cx="1489680" cy="933480"/>
            <a:chOff x="8470640" y="5702250"/>
            <a:chExt cx="1489680" cy="93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ACF6607-35B3-1817-2357-2685175636FF}"/>
                    </a:ext>
                  </a:extLst>
                </p14:cNvPr>
                <p14:cNvContentPartPr/>
                <p14:nvPr/>
              </p14:nvContentPartPr>
              <p14:xfrm>
                <a:off x="8470640" y="5702250"/>
                <a:ext cx="1489680" cy="3722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ACF6607-35B3-1817-2357-2685175636F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53000" y="5684250"/>
                  <a:ext cx="15253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6FFB494E-8306-71E1-BE84-69DBE84F4245}"/>
                    </a:ext>
                  </a:extLst>
                </p14:cNvPr>
                <p14:cNvContentPartPr/>
                <p14:nvPr/>
              </p14:nvContentPartPr>
              <p14:xfrm>
                <a:off x="8978960" y="6178170"/>
                <a:ext cx="51840" cy="1126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6FFB494E-8306-71E1-BE84-69DBE84F42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60960" y="6160170"/>
                  <a:ext cx="87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420FB71-CC24-AD16-A7F2-C21B05E9AA67}"/>
                    </a:ext>
                  </a:extLst>
                </p14:cNvPr>
                <p14:cNvContentPartPr/>
                <p14:nvPr/>
              </p14:nvContentPartPr>
              <p14:xfrm>
                <a:off x="9074720" y="6165570"/>
                <a:ext cx="40320" cy="1630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420FB71-CC24-AD16-A7F2-C21B05E9AA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56720" y="6147570"/>
                  <a:ext cx="75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B6A6151-B87E-4D2B-3C7B-A060643C58B9}"/>
                    </a:ext>
                  </a:extLst>
                </p14:cNvPr>
                <p14:cNvContentPartPr/>
                <p14:nvPr/>
              </p14:nvContentPartPr>
              <p14:xfrm>
                <a:off x="8940080" y="6432330"/>
                <a:ext cx="83160" cy="2034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B6A6151-B87E-4D2B-3C7B-A060643C58B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22440" y="6414690"/>
                  <a:ext cx="1188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3D8382C-6179-6D2D-99BE-7F8CBC80E97E}"/>
                    </a:ext>
                  </a:extLst>
                </p14:cNvPr>
                <p14:cNvContentPartPr/>
                <p14:nvPr/>
              </p14:nvContentPartPr>
              <p14:xfrm>
                <a:off x="9010640" y="6470490"/>
                <a:ext cx="88920" cy="1533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3D8382C-6179-6D2D-99BE-7F8CBC80E97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92640" y="6452490"/>
                  <a:ext cx="124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702B6F2-B185-4B75-1819-0E47F8BC363E}"/>
                    </a:ext>
                  </a:extLst>
                </p14:cNvPr>
                <p14:cNvContentPartPr/>
                <p14:nvPr/>
              </p14:nvContentPartPr>
              <p14:xfrm>
                <a:off x="8953400" y="6578490"/>
                <a:ext cx="83160" cy="3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702B6F2-B185-4B75-1819-0E47F8BC363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35400" y="6560490"/>
                  <a:ext cx="1188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FD79F69C-5A8E-7E91-8B1F-A90C720549DA}"/>
                  </a:ext>
                </a:extLst>
              </p14:cNvPr>
              <p14:cNvContentPartPr/>
              <p14:nvPr/>
            </p14:nvContentPartPr>
            <p14:xfrm>
              <a:off x="10026560" y="5449530"/>
              <a:ext cx="770400" cy="63396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FD79F69C-5A8E-7E91-8B1F-A90C720549D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08560" y="5431890"/>
                <a:ext cx="806040" cy="66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6211216E-3659-435F-13CD-4AC940B06D05}"/>
              </a:ext>
            </a:extLst>
          </p:cNvPr>
          <p:cNvGrpSpPr/>
          <p:nvPr/>
        </p:nvGrpSpPr>
        <p:grpSpPr>
          <a:xfrm>
            <a:off x="10606880" y="5796930"/>
            <a:ext cx="228240" cy="724680"/>
            <a:chOff x="10606880" y="5796930"/>
            <a:chExt cx="228240" cy="72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106CBE54-B191-2398-7060-EABB7716DA93}"/>
                    </a:ext>
                  </a:extLst>
                </p14:cNvPr>
                <p14:cNvContentPartPr/>
                <p14:nvPr/>
              </p14:nvContentPartPr>
              <p14:xfrm>
                <a:off x="10636040" y="5796930"/>
                <a:ext cx="178560" cy="33624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106CBE54-B191-2398-7060-EABB7716DA9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18040" y="5779290"/>
                  <a:ext cx="214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B87B87B1-FBC4-8090-EB2F-282138A8D637}"/>
                    </a:ext>
                  </a:extLst>
                </p14:cNvPr>
                <p14:cNvContentPartPr/>
                <p14:nvPr/>
              </p14:nvContentPartPr>
              <p14:xfrm>
                <a:off x="10606880" y="6260970"/>
                <a:ext cx="23760" cy="24444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B87B87B1-FBC4-8090-EB2F-282138A8D6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588880" y="6242970"/>
                  <a:ext cx="594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3918F3EF-5CDE-BB16-E7B4-4B42B591F3DA}"/>
                    </a:ext>
                  </a:extLst>
                </p14:cNvPr>
                <p14:cNvContentPartPr/>
                <p14:nvPr/>
              </p14:nvContentPartPr>
              <p14:xfrm>
                <a:off x="10610840" y="6266730"/>
                <a:ext cx="224280" cy="25488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3918F3EF-5CDE-BB16-E7B4-4B42B591F3D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92840" y="6249090"/>
                  <a:ext cx="259920" cy="290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4E75E7B-8FA3-8E65-D524-9556FCD2B854}"/>
              </a:ext>
            </a:extLst>
          </p:cNvPr>
          <p:cNvSpPr txBox="1"/>
          <p:nvPr/>
        </p:nvSpPr>
        <p:spPr>
          <a:xfrm>
            <a:off x="1352910" y="5862083"/>
            <a:ext cx="2482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X</a:t>
            </a:r>
            <a:r>
              <a:rPr lang="ko-KR" altLang="en-US" dirty="0">
                <a:solidFill>
                  <a:srgbClr val="FF0000"/>
                </a:solidFill>
              </a:rPr>
              <a:t>고정 </a:t>
            </a:r>
            <a:r>
              <a:rPr lang="en-US" altLang="ko-KR" dirty="0">
                <a:solidFill>
                  <a:srgbClr val="FF0000"/>
                </a:solidFill>
              </a:rPr>
              <a:t>-&gt; Y</a:t>
            </a:r>
            <a:r>
              <a:rPr lang="ko-KR" altLang="en-US" dirty="0">
                <a:solidFill>
                  <a:srgbClr val="FF0000"/>
                </a:solidFill>
              </a:rPr>
              <a:t>판단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Y</a:t>
            </a:r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고정 </a:t>
            </a:r>
            <a:r>
              <a:rPr lang="en-US" altLang="ko-K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-&gt; X</a:t>
            </a:r>
            <a:r>
              <a:rPr lang="ko-KR" alt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판단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25398B-E496-1D08-A017-C5539F47536B}"/>
              </a:ext>
            </a:extLst>
          </p:cNvPr>
          <p:cNvSpPr txBox="1"/>
          <p:nvPr/>
        </p:nvSpPr>
        <p:spPr>
          <a:xfrm>
            <a:off x="3117281" y="6020873"/>
            <a:ext cx="2167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둘 다 </a:t>
            </a:r>
            <a:r>
              <a:rPr lang="ko-KR" altLang="en-US" sz="1400" dirty="0" err="1"/>
              <a:t>만족시</a:t>
            </a:r>
            <a:r>
              <a:rPr lang="ko-KR" altLang="en-US" sz="1400" dirty="0"/>
              <a:t> </a:t>
            </a:r>
            <a:r>
              <a:rPr lang="en-US" altLang="ko-KR" sz="1400" dirty="0"/>
              <a:t>Nash </a:t>
            </a:r>
            <a:r>
              <a:rPr lang="ko-KR" altLang="en-US" sz="1400" dirty="0"/>
              <a:t>균형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ACA4539E-986D-8076-AADA-67A11FCC7716}"/>
                  </a:ext>
                </a:extLst>
              </p14:cNvPr>
              <p14:cNvContentPartPr/>
              <p14:nvPr/>
            </p14:nvContentPartPr>
            <p14:xfrm>
              <a:off x="9264440" y="4941210"/>
              <a:ext cx="499680" cy="89460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ACA4539E-986D-8076-AADA-67A11FCC771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55440" y="4932570"/>
                <a:ext cx="517320" cy="9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3EA787DD-4895-5D4C-AD53-B0FFD1B617C8}"/>
                  </a:ext>
                </a:extLst>
              </p14:cNvPr>
              <p14:cNvContentPartPr/>
              <p14:nvPr/>
            </p14:nvContentPartPr>
            <p14:xfrm>
              <a:off x="8566040" y="4367370"/>
              <a:ext cx="756360" cy="89712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3EA787DD-4895-5D4C-AD53-B0FFD1B617C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557040" y="4358370"/>
                <a:ext cx="774000" cy="9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5E0ABC6C-8C0A-7D25-357A-83A221D1908F}"/>
                  </a:ext>
                </a:extLst>
              </p14:cNvPr>
              <p14:cNvContentPartPr/>
              <p14:nvPr/>
            </p14:nvContentPartPr>
            <p14:xfrm rot="-8796961">
              <a:off x="9633040" y="4956210"/>
              <a:ext cx="18800" cy="29400"/>
            </p14:xfrm>
          </p:contentPart>
        </mc:Choice>
        <mc:Fallback xmlns=""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5E0ABC6C-8C0A-7D25-357A-83A221D1908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 rot="-8796961">
                <a:off x="9624172" y="4947247"/>
                <a:ext cx="36181" cy="46968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그룹 58">
            <a:extLst>
              <a:ext uri="{FF2B5EF4-FFF2-40B4-BE49-F238E27FC236}">
                <a16:creationId xmlns:a16="http://schemas.microsoft.com/office/drawing/2014/main" id="{C2BB2582-9B60-805F-4F1E-AC189DD9975C}"/>
              </a:ext>
            </a:extLst>
          </p:cNvPr>
          <p:cNvGrpSpPr/>
          <p:nvPr/>
        </p:nvGrpSpPr>
        <p:grpSpPr>
          <a:xfrm>
            <a:off x="9626240" y="4959210"/>
            <a:ext cx="13320" cy="25560"/>
            <a:chOff x="9626240" y="4959210"/>
            <a:chExt cx="13320" cy="2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6BE0530D-7213-8001-6465-FC726F7DEBFF}"/>
                    </a:ext>
                  </a:extLst>
                </p14:cNvPr>
                <p14:cNvContentPartPr/>
                <p14:nvPr/>
              </p14:nvContentPartPr>
              <p14:xfrm>
                <a:off x="9632720" y="4984410"/>
                <a:ext cx="360" cy="36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6BE0530D-7213-8001-6465-FC726F7DEBF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24080" y="49757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62B330BF-4462-A1F7-64A9-ACA320C1CA45}"/>
                    </a:ext>
                  </a:extLst>
                </p14:cNvPr>
                <p14:cNvContentPartPr/>
                <p14:nvPr/>
              </p14:nvContentPartPr>
              <p14:xfrm>
                <a:off x="9632720" y="4983330"/>
                <a:ext cx="360" cy="144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62B330BF-4462-A1F7-64A9-ACA320C1CA4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624080" y="497469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FE365AF0-ABE0-550D-8357-3247BFB60637}"/>
                    </a:ext>
                  </a:extLst>
                </p14:cNvPr>
                <p14:cNvContentPartPr/>
                <p14:nvPr/>
              </p14:nvContentPartPr>
              <p14:xfrm>
                <a:off x="9639200" y="4971810"/>
                <a:ext cx="360" cy="36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FE365AF0-ABE0-550D-8357-3247BFB6063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30200" y="49628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12FBB9EC-D15A-0502-7B8F-5C57432F1514}"/>
                    </a:ext>
                  </a:extLst>
                </p14:cNvPr>
                <p14:cNvContentPartPr/>
                <p14:nvPr/>
              </p14:nvContentPartPr>
              <p14:xfrm>
                <a:off x="9632720" y="4971810"/>
                <a:ext cx="360" cy="360"/>
              </p14:xfrm>
            </p:contentPart>
          </mc:Choice>
          <mc:Fallback xmlns=""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12FBB9EC-D15A-0502-7B8F-5C57432F151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24080" y="49628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5724CD3F-2D0E-5348-5B95-4D989328D4E6}"/>
                    </a:ext>
                  </a:extLst>
                </p14:cNvPr>
                <p14:cNvContentPartPr/>
                <p14:nvPr/>
              </p14:nvContentPartPr>
              <p14:xfrm>
                <a:off x="9626240" y="4971810"/>
                <a:ext cx="360" cy="360"/>
              </p14:xfrm>
            </p:contentPart>
          </mc:Choice>
          <mc:Fallback xmlns=""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5724CD3F-2D0E-5348-5B95-4D989328D4E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17600" y="49628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35D79FF9-65F0-CA33-6863-58007C3B8476}"/>
                    </a:ext>
                  </a:extLst>
                </p14:cNvPr>
                <p14:cNvContentPartPr/>
                <p14:nvPr/>
              </p14:nvContentPartPr>
              <p14:xfrm>
                <a:off x="9626240" y="4971810"/>
                <a:ext cx="360" cy="36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35D79FF9-65F0-CA33-6863-58007C3B847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17600" y="49628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6B5CAA8B-3298-8BEC-AE40-F5A60DD4C269}"/>
                    </a:ext>
                  </a:extLst>
                </p14:cNvPr>
                <p14:cNvContentPartPr/>
                <p14:nvPr/>
              </p14:nvContentPartPr>
              <p14:xfrm>
                <a:off x="9639200" y="4959210"/>
                <a:ext cx="360" cy="36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6B5CAA8B-3298-8BEC-AE40-F5A60DD4C26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30200" y="49502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A3B50043-9480-207D-0A1E-BCB44C0EB345}"/>
                    </a:ext>
                  </a:extLst>
                </p14:cNvPr>
                <p14:cNvContentPartPr/>
                <p14:nvPr/>
              </p14:nvContentPartPr>
              <p14:xfrm>
                <a:off x="9639200" y="4959210"/>
                <a:ext cx="360" cy="36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A3B50043-9480-207D-0A1E-BCB44C0EB34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30200" y="49502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1578DCA-8BBA-252F-710F-B7826F539B53}"/>
              </a:ext>
            </a:extLst>
          </p:cNvPr>
          <p:cNvGrpSpPr/>
          <p:nvPr/>
        </p:nvGrpSpPr>
        <p:grpSpPr>
          <a:xfrm>
            <a:off x="9010640" y="4457370"/>
            <a:ext cx="101160" cy="171720"/>
            <a:chOff x="9010640" y="4457370"/>
            <a:chExt cx="10116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519F4A9B-DA96-6E11-D9AE-5CED97E20CD2}"/>
                    </a:ext>
                  </a:extLst>
                </p14:cNvPr>
                <p14:cNvContentPartPr/>
                <p14:nvPr/>
              </p14:nvContentPartPr>
              <p14:xfrm>
                <a:off x="9016760" y="4457370"/>
                <a:ext cx="63000" cy="15912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519F4A9B-DA96-6E11-D9AE-5CED97E20CD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07760" y="4448730"/>
                  <a:ext cx="806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2676D2B8-9DDC-4016-CCB3-726938B4D94B}"/>
                    </a:ext>
                  </a:extLst>
                </p14:cNvPr>
                <p14:cNvContentPartPr/>
                <p14:nvPr/>
              </p14:nvContentPartPr>
              <p14:xfrm>
                <a:off x="9010640" y="4552410"/>
                <a:ext cx="101160" cy="7668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2676D2B8-9DDC-4016-CCB3-726938B4D94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01640" y="4543770"/>
                  <a:ext cx="118800" cy="9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0912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327</Words>
  <Application>Microsoft Office PowerPoint</Application>
  <PresentationFormat>와이드스크린</PresentationFormat>
  <Paragraphs>64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Deep Learning 38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22</cp:revision>
  <dcterms:created xsi:type="dcterms:W3CDTF">2025-12-20T18:47:22Z</dcterms:created>
  <dcterms:modified xsi:type="dcterms:W3CDTF">2025-12-29T17:55:18Z</dcterms:modified>
</cp:coreProperties>
</file>