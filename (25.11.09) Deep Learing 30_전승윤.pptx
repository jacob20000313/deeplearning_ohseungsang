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1:37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 24575,'1'-2'0,"-1"0"0,0 1 0,1-1 0,-1 0 0,1 0 0,0 1 0,0-1 0,0 0 0,0 1 0,0-1 0,0 1 0,0-1 0,0 1 0,0 0 0,1 0 0,-1-1 0,1 1 0,-1 0 0,1 0 0,-1 0 0,1 0 0,-1 0 0,1 1 0,0-1 0,0 1 0,-1-1 0,1 1 0,0-1 0,0 1 0,0 0 0,-1 0 0,4 0 0,11-2 0,1 1 0,28 3 0,-27-1 0,604 0 0,-520 8 0,5 0 0,-54-8 0,87 11 0,-101-8 0,62-2 0,-68-3 0,1 1 0,59 10 0,-45-4 0,0-2 0,1-2 0,59-4 0,-8-1 0,3622 3 0,-3546 18 0,618-19 0,-618 20 0,618-20 0,-654-17 0,-18 20 0,92-4 0,-200-1-1365,-3-1-5461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1:41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24575,'1202'0'0,"-995"18"0,1384-19 0,-1433-17 0,336 19 0,-317-20 0,987 20 0,-1024-19 0,690 19 0,-653-20 0,969 20 0,-970 17 0,18 0 0,-150-19 0,-2 0 0,-1 1 0,79 12 0,-72-6 0,1-2 0,-1-2 0,60-4 0,-8-1 0,-43 2 0,-13 0 0,1 2 0,74 11 0,-67-6 0,0-2 0,1-2 0,54-5 0,-1 0 0,776 3 0,-861-1 0,0-1 0,-1-2 0,38-10 0,-23-3-1365,-26 11-5461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1:43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24575,'72'0'0,"104"-14"0,-109 8 0,0 3 0,70 6 0,-20-1 0,359-2 0,-336 18 0,-66-18 0,-3 0 0,122 14 0,-134-8 0,-1-3 0,81-6 0,-28 1 0,2765 2-1365,-2861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4:12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2860 1059 24575,'-40'1'0,"1"1"0,-46 9 0,58-7 0,-48-1 0,49-3 0,-1 2 0,-26 4 0,1 0 0,-1-1 0,0-3 0,-54-6 0,2 2 0,-1042 2 0,1126-2 0,-1 0 0,1-1 0,-28-8 0,27 5 0,1 2 0,-1 0 0,-29 0 0,4 2 0,-65-9 0,-68-7 0,-10-14 0,159 26 0,15 3 0,0 0 0,1-1 0,-19-7 0,29 9 0,1-1 0,0 1 0,-1 0 0,1-1 0,0 0 0,0 0 0,0 0 0,1-1 0,-1 1 0,1-1 0,0 0 0,0 0 0,0 0 0,-4-8 0,0-2 0,1-1 0,0 0 0,1-1 0,0 1 0,2-1 0,0 0 0,0 0 0,2 0 0,0 0 0,1-18 0,0 16 0,1-1 0,1 1 0,1 0 0,0-1 0,1 1 0,1 1 0,1-1 0,12-25 0,77-163 0,-88 195 0,0 0 0,0 0 0,1 1 0,0 0 0,1 1 0,17-15 0,-4 3 0,158-142 0,-174 158 0,1-1 0,0 1 0,0 1 0,1-1 0,0 1 0,-1 0 0,1 1 0,1 0 0,-1 0 0,14-2 0,0 1 0,-1 0 0,1 2 0,23 0 0,609 2 0,-514 19 0,355-20 0,-319 20 0,-149-18 0,-1 1 0,0 2 0,31 7 0,5 2 0,199 22 0,-86-13 0,-76-5 0,-66-11 0,48 5 0,-74-11 0,-1 0 0,1 0 0,0 1 0,-1 0 0,1 1 0,-1-1 0,1 1 0,-1 0 0,0 1 0,1-1 0,-1 1 0,-1 1 0,1-1 0,0 1 0,-1 0 0,0 0 0,0 0 0,0 1 0,0 0 0,-1 0 0,0 0 0,0 1 0,0-1 0,0 1 0,2 8 0,2 0 0,-1 0 0,-1 1 0,0 1 0,-1-1 0,-1 1 0,0-1 0,2 25 0,-3 8 0,-3 58 0,-2-36 0,0-52-110,0-1 1,-2 1-1,0-1 0,-1 0 0,-1 0 0,-9 18 1,10-24-488,1 1-6229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4:18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1 24575,'-2'0'0,"1"1"0,0-1 0,0 1 0,0-1 0,0 1 0,0 0 0,0-1 0,0 1 0,0 0 0,0 0 0,0 0 0,0 0 0,0 0 0,0 0 0,1 0 0,-1 0 0,0 0 0,1 0 0,-1 0 0,0 3 0,-13 31 0,10-23 0,-2 3 0,2-3 0,0-1 0,-1 1 0,0-1 0,-1 0 0,0 0 0,-1-1 0,0 0 0,-1 0 0,0-1 0,0 0 0,-14 12 0,-10 4-49,24-18-116,0 0 1,0-1-1,0 0 1,-1 0-1,0-1 1,0-1-1,-17 7 1,14-8-6662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4:45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1061 24575,'63'-1'0,"-18"0"0,0 1 0,86 13 0,-29 0 0,-66-10 0,55 13 0,-52-10 0,1-1 0,0-1 0,0-3 0,58-4 0,-3 0 0,664 3 0,-683-10 0,-29 1 0,-19 4 0,0-1 0,28-11 0,27-6 0,-2-3 0,-64 19 0,1 0 0,1 2 0,21-5 0,-17 5 0,0-1 0,-1-1 0,0-1 0,33-17 0,-8 4 0,-38 17 0,-1-1 0,0-1 0,-1 0 0,1 0 0,-1 0 0,10-12 0,5-4 0,-11 9 0,-1-1 0,0 0 0,-1 0 0,-1-1 0,0 0 0,-1-1 0,5-17 0,-1 6 0,-4 10 0,-2-1 0,0 1 0,-1-1 0,-1 0 0,-1-1 0,1-18 0,-3-10 0,-6-55 0,4 93 0,-1 0 0,0 0 0,0 0 0,-1 0 0,0 1 0,-1 0 0,1-1 0,-2 2 0,1-1 0,-1 1 0,0-1 0,-9-6 0,-20-28 0,31 36 0,-1 0 0,0 0 0,-1 1 0,1 0 0,-1 0 0,0 0 0,0 1 0,0 0 0,-1 0 0,-13-6 0,12 6 0,-33-15 0,-72-23 0,75 29 0,8 4 0,-1 1 0,-1 1 0,-53-5 0,-97 7 0,160 6 0,-118-20 0,85 18 0,-68-11 0,-88-5 0,154 12 0,-109 4 0,72 3 0,-64 16 0,44-21 0,-125 6 0,182 5 0,37-4 0,1-1 0,-26 0 0,14-3 0,1 2 0,-1 1 0,-51 12 0,72-12 0,-1 1 0,0 0 0,1 0 0,0 1 0,0 1 0,0 0 0,0 0 0,1 0 0,-13 13 0,18-12 0,0 0 0,1-1 0,0 1 0,0 0 0,1 1 0,-3 13 0,-8 21 0,4-17 0,2 1 0,0 0 0,-6 50 0,10-51 0,-1 0 0,-1-1 0,-1 1 0,-15 35 0,12-38 0,1 0 0,0 1 0,2 0 0,1 0 0,-4 33 0,8-43 0,0-1 0,1 1 0,0 0 0,0-1 0,2 1 0,-1 0 0,2-1 0,0 1 0,0-1 0,1 0 0,10 21 0,0-9 0,-8-11 0,1-1 0,0 0 0,0 0 0,2-1 0,-1 0 0,1-1 0,16 14 0,-24-23-57,0 0 0,0 0 1,0-1-1,0 1 0,0-1 0,1 1 0,-1-1 0,0 1 0,0-1 0,1 0 1,-1 1-1,0-1 0,1 0 0,-1 0 0,0 0 0,1 0 0,-1 0 0,0 0 0,1-1 1,-1 1-1,0 0 0,0-1 0,3 0 0,6-4-6769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4:5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2147 24575,'2'-133'0,"-5"-141"0,-5 222 0,-1-19 0,2 0 0,4 61 0,2 0 0,-1 0 0,1 0 0,1-1 0,0 1 0,0 0 0,1-1 0,1 1 0,-1 0 0,2 0 0,5-18 0,4-1 0,2 0 0,0 1 0,2 1 0,38-51 0,-44 69 0,0 1 0,1 0 0,0 1 0,0 0 0,0 1 0,20-8 0,18-11 0,-24 9 0,0 1 0,1 2 0,1 0 0,0 2 0,1 1 0,0 1 0,0 2 0,1 0 0,0 2 0,0 1 0,33 0 0,1827 7 0,-973-5 0,-740 20 0,-65-16 0,113-5 0,-163-5 0,-35 4 0,46-1 0,-53 5 0,-1 0 0,1-1 0,0 0 0,-1-2 0,1 0 0,-1-1 0,22-8 0,-21 6 0,0 1 0,1 1 0,21-2 0,-6 1 0,49 0 0,-72 6 0,-1-1 0,1 0 0,0-1 0,-1 0 0,1-1 0,-1 0 0,1-1 0,-1 0 0,0-1 0,0 0 0,0-1 0,-1 0 0,14-9 0,-5 2 0,1 1 0,0 0 0,1 1 0,0 1 0,25-7 0,28-11 0,-16 4 0,81-19 0,-109 35 0,-19 5 0,1-1 0,-1 0 0,1 0 0,-1-1 0,0-1 0,-1 0 0,1 0 0,-1-1 0,13-10 0,27-23 0,-38 31 0,-1-1 0,0 0 0,0 0 0,-1-1 0,0 0 0,-1-1 0,0 0 0,0-1 0,8-15 0,4-8 0,1 2 0,1 0 0,35-36 0,-37 45 0,78-89 0,-92 102 0,0 0 0,0 0 0,-1-1 0,-1 0 0,0 0 0,0 0 0,-1-1 0,2-14 0,-5 25 0,1-6 0,1-1 0,0 1 0,1-1 0,0 1 0,0 0 0,0 1 0,1-1 0,1 1 0,9-11 0,-15 18 0,0 0 0,0-1 0,1 1 0,-1 0 0,0 0 0,0 0 0,1 0 0,-1 0 0,0-1 0,0 1 0,0 0 0,1 0 0,-1 0 0,0-1 0,0 1 0,0 0 0,0 0 0,0-1 0,1 1 0,-1 0 0,0 0 0,0-1 0,0 1 0,0 0 0,0 0 0,0-1 0,0 1 0,0 0 0,0 0 0,0-1 0,0 1 0,0 0 0,0-1 0,0 1 0,0 0 0,0 0 0,-1-1 0,1 1 0,0 0 0,0 0 0,0 0 0,0-1 0,0 1 0,-1 0 0,1 0 0,0-1 0,-1 1 0,-16-2 0,-22 8 0,22 2 0,0 0 0,1 2 0,-27 19 0,9-2 0,28-22 0,13-9 0,33-25 0,-29 20 0,-1 0 0,2 1 0,-1 1 0,1 0 0,0 0 0,1 1 0,-1 1 0,1 0 0,15-3 0,-27 8 0,1 0 0,-1 0 0,0 0 0,0 0 0,0 0 0,0 0 0,0 0 0,0 1 0,1-1 0,-1 0 0,0 1 0,0-1 0,0 1 0,0 0 0,0-1 0,0 1 0,-1 0 0,1-1 0,0 1 0,0 0 0,0 0 0,-1 0 0,1-1 0,0 1 0,-1 0 0,1 0 0,-1 0 0,1 0 0,-1 1 0,1-1 0,-1 0 0,0 0 0,1 0 0,-1 0 0,0 1 0,6 54 0,-3-26 0,5 4-341,-1 2 0,-1-1-1,1 44 1,-8-64-6485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5:05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1875 24575,'-1'-47'0,"-1"33"0,1 1 0,1-1 0,0 0 0,1 1 0,0-1 0,1 1 0,1 0 0,0-1 0,9-23 0,-3 21 0,0 0 0,1 0 0,1 1 0,0 0 0,20-19 0,87-67 0,-101 83 0,0 1 0,1 1 0,1 0 0,1 2 0,0 0 0,1 1 0,42-20 0,165-75 0,-216 101 0,-4 4 0,11-8 0,0 1 0,1 1 0,1 0 0,-1 2 0,1 0 0,29-4 0,27-5 0,-57 10 0,0 2 0,0 0 0,37-1 0,6 4 0,86 3 0,-92 7 0,-38-5 0,1-2 0,24 2 0,-20-4 0,-9 1 0,0-1 0,0 0 0,0-1 0,-1 0 0,1-1 0,0-1 0,-1 0 0,0-1 0,1-1 0,-2 0 0,16-8 0,-14 4 0,0 1 0,0-1 0,24-20 0,-36 26 0,1-1 0,-1 1 0,0-1 0,0 0 0,0 0 0,0 0 0,0 0 0,-1 0 0,0 0 0,0-1 0,0 1 0,-1-1 0,1 1 0,1-10 0,3-25 0,2 1 0,2 0 0,21-50 0,-28 78 0,1-3 0,-1-1 0,0 1 0,-1-1 0,1-19 0,-3 21 0,1 0 0,0 0 0,1 0 0,1 1 0,0-1 0,7-18 0,-4 17 0,-1-1 0,-1 0 0,0 0 0,0 0 0,-2 0 0,1-1 0,-1-29 0,-3 4 0,-12-65 0,8 62 0,2 0 0,3 0 0,5-57 0,4 72-1365,-1 17-5461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5:07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20 954 24575,'0'-477'0,"-19"300"0,18 110 0,4-77 0,-3 140 7,1 0-1,0 0 1,0 0-1,0 0 1,1 0-1,0 1 1,-1-1-1,1 0 1,1 1-1,-1-1 1,0 1-1,6-5 1,10-18-1457,-13 16-5376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5:09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0 24575,'-3'0'0,"-1"4"0,-2 0 0,-1 2 0,1 4 0,-2 0 0,1 1 0,2 2 0,1 2 0,-1 1 0,-3-2 0,-1-1 0,3 1 0,-2-2 0,0 0 0,3 1 0,1 1 0,2-2-8191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9:55:32.34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56,'2118'0,"-1949"-18,-124 18,9 0,-1-2,54-9,-73 7,43 0,22-3,-11-1,162 7,-115 3,1347-2,-1306 19,-96-21,87 4,-107 6,-34-4,46 1,370-6,-302 20,-56-20,62 2,-23 17,-63-11,-16-2,47 0,985-5,-900-19,-146 19,28 1,0-3,64-10,-72 7,-1 2,84 5,-33 0,-70-3,0-1,37-9,-19 6,0 2,88 5,-37 0,-84-2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9:55:38.07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8889 0,'-2'127,"4"135,6-202,-3-34,0 47,-4-58,1 1,0-1,1 1,8 23,6 36,-9-28,1 29,9 83,0 0,-19 635,-18-653,19 1127,1-595,-19-515,19-107,-2 57,0-105,0 0,0 0,0 0,0 0,-1 0,0 0,1 0,-1-1,0 1,0 0,-1-1,1 0,0 1,-1-1,0 0,1 0,-1-1,0 1,0-1,0 1,0-1,0 0,0 0,0 0,-6 1,-9 2,0-1,-1 0,-21 0,-88 10,33-1,-177-2,212-9,28 1,0-2,0-1,0-2,-33-7,32 5,0 1,0 1,-1 2,-43 5,-6-2,3 0,-86-4,105-6,35 4,-46-2,-405 7,336-20,-812 20,813 18,-355-20,337 19,62-20,-108 4,147 6,38-4,-1-1,-25 0,-202 12,119 1,79-11,-1-2,-82-5,32-1,-852 3,811-18,-847 18,966-1,1-1,-1-1,-27-8,28 5,-1 2,0 0,-28-1,9 5,0-2,-40-8,-60-8,63 9,53 8,0-2,-38-8,31 4,-59-6,16 4,-65-8,114 14,-45 0,50 4,0-2,0 0,-34-7,5-2,-1 3,0 2,-90 3,-35 1,161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9:55:43.634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124 1,'3'121,"-6"129,-5-190,4-34,-2 47,-12 68,1 53,19 1586,-3-931,-17-726,-1 17,11-90,-1 24,-9 85,19 205,-1-357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6:56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24575,'3'1'0,"0"-1"0,-1 1 0,1 0 0,-1-1 0,1 2 0,-1-1 0,0 0 0,1 0 0,-1 1 0,0-1 0,0 1 0,0-1 0,0 1 0,0 0 0,0 0 0,-1 0 0,1 0 0,0 0 0,-1 0 0,0 1 0,3 4 0,23 59 0,-23-54 0,0-2 0,3 8 0,-2 0 0,7 32 0,-1-9-1365,-8-29-5461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6:57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0 24575,'-1'3'0,"0"0"0,0-1 0,0 1 0,0-1 0,0 1 0,-1-1 0,1 1 0,-1-1 0,0 0 0,1 0 0,-1 0 0,0 0 0,-4 3 0,-29 22 0,-83 70 0,79-67-1365,32-21-5461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6:58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24575,'3'0'0,"4"0"0,1 3 0,1 1 0,1 2 0,-3 4 0,-2 3 0,-1 3 0,0-3 0,1 1 0,-2 1 0,0-3-8191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7:30.6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1012 24575,'6'-1'0,"0"-1"0,0 0 0,0 0 0,0 0 0,0-1 0,-1 0 0,1 0 0,-1-1 0,1 1 0,5-7 0,26-14 0,-2 7 0,-8 3 0,0 1 0,1 2 0,48-14 0,6 0 0,-57 15 0,47-9 0,-23 7 0,76-29 0,-72 22 0,20-11 0,-53 20 0,0 1 0,1 1 0,24-5 0,17-10 0,-23 7 0,8 0 0,0-3 0,56-31 0,-74 37 0,1 1 0,-1 1 0,2 2 0,-1 1 0,54-6 0,-9 0 0,-31 4 0,1 0 0,-1 1 0,1 3 0,51-1 0,-12-3 0,-27 1 0,-33 5 0,0-1 0,0-2 0,-1 0 0,0-2 0,0 0 0,-1-2 0,0 0 0,0-1 0,-2-2 0,21-16 0,44-28 0,-58 41 0,-2 0 0,40-36 0,-61 49 0,-1 0 0,1-1 0,-1 0 0,0 1 0,0-1 0,-1 0 0,1-1 0,1-6 0,-3 8 0,0 0 0,1 1 0,-1-1 0,1 0 0,0 0 0,0 1 0,1-1 0,-1 1 0,0 0 0,1 0 0,0 0 0,0 0 0,0 0 0,0 1 0,0-1 0,6-2 0,46-27-1365,-46 25-5461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7:31.1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317 0 24575,'-27'3'0,"1"0"0,0 2 0,0 1 0,0 1 0,1 2 0,-30 13 0,17-1 67,32-16-272,0-1 1,-1-1-1,1 1 1,-1-1-1,0 0 0,-8 2 1,2-3-6622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9:57:31.8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24575,'1'12'0,"1"0"0,0 0 0,1 0 0,1 0 0,0 0 0,6 12 0,11 39 0,-18-42-341,-1 0 0,0 0-1,-2 22 1,-1-28-6485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0:30.8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0,'7356'71'0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0:40.49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19,'601'0,"-425"18,-18-1,1924-17,-1924-18,-115 18,-16 1,0-1,0-1,51-9,-42 4,-1 2,1 2,0 1,43 4,10 0,-49-2,-13 0,0-2,0 0,53-10,-35 4,-30 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0:47.80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35 1763,'2'-24,"0"0,2 0,6-25,-4 25,-1 1,-2-1,1-31,-4-369,-19 284,18 97,-11-78,7 72,2-1,5-82,0 32,0-3,-4-111,-16 141,4 19,12 41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0:50.474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37 1156,'-1'-1,"0"1,0-1,0 1,0-1,0 1,0-1,0 0,1 1,-1-1,0 0,0 0,1 0,-1 1,0-1,1 0,-1 0,1 0,0 0,-1 0,1 0,0 0,-1 0,1 0,0 0,0-1,0 1,0-1,-3-37,3 35,-1-524,3 259,-20 111,17 154,1 0,0 0,1 0,-1 1,1-1,-1 0,1 0,0 1,1-1,-1 1,0-1,1 1,0-1,0 1,0 0,4-5,-2 6,-1-1,1 0,0 1,0 0,0 0,0 0,0 1,0-1,1 1,-1 0,0 0,1 1,-1-1,7 1,200-18,-153 10,25-2,-52 12,-1 0,37 9,-47-8,0 0,37-1,-50-2,1-1,0 0,-1 0,1 0,-1-1,1 0,-1-1,0 1,0-1,9-6,-7 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0:53.82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19 0,'0'1219,"-18"-1043,19 53,-1-214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0:56.192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 1010,'-2'-115,"5"-124,4 171,-2 27,0-44,-7-2,4-125,1 200,0 0,0 1,1-1,1 1,0 0,0 0,13-18,-3 4,-13 23,0 0,0-1,0 1,1 0,-1 0,0 0,1 0,-1 1,1-1,0 1,0-1,0 1,-1 0,1 0,0 0,0 1,0-1,1 1,4-1,71 3,-47 0,100-4,88 5,-147 13,-60-15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1:00.70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36 0,'0'513,"-18"-373,20-57,-4 64,-6-90,4-38,1 1,0 25,4 467,-1-510,0 0,0 0,0 0,0 0,0 0,0 0,1 0,-1 0,1 0,0 0,-1 0,1 0,0 0,0 0,0-1,1 1,-1 0,0-1,0 1,1-1,-1 1,1-1,0 0,-1 1,3 0,-1-1,-1-1,0 0,0 1,0-1,0 0,0 0,0 0,1 0,-1 0,0-1,0 1,0-1,0 1,0-1,0 0,0 0,0 0,0 0,-1 0,1 0,0-1,0 1,-1 0,3-4,2-1,-1 0,1 0,0 0,0 1,1 0,-1 1,1-1,0 1,1 1,-1-1,0 1,1 1,0-1,0 1,0 0,0 1,0 0,0 0,11 1,797 2,-484-2,-317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1:03.611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177 2927,'-1'-1,"0"1,0-1,0 1,0-1,0 0,1 1,-1-1,0 0,0 1,0-1,1 0,-1 0,1 0,-1 0,1 0,-1 0,1 0,-1 0,1 0,0 0,-1 0,1 0,0 0,0 0,0 0,0 0,0-2,-3-35,3 33,2-169,-4-78,-7 200,0-19,-8-88,16 124,-1 0,-8-41,6 39,1 0,4-57,0 59,-1 0,-1 0,-8-40,-12-84,18 132,-2 0,-14-45,12 45,0-1,2-1,2 1,-2-51,2 8,-5 8,-2-33,11-751,7 794,0 17,-7 22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1:08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2616 0 24575,'-33'2'0,"0"1"0,0 2 0,0 1 0,1 1 0,-1 2 0,-42 18 0,45-18 0,1-1 0,-40 4 0,33-6 0,-40 12 0,41-9 0,0-2 0,-70 4 0,69-7 0,-104 13 0,1 16 0,75-25 0,-112 32 0,158-37 0,1 0 0,0-1 0,-34 0 0,31-2 0,-1 1 0,-30 5 0,27-2 0,-47 1 0,56-5 0,1 0 0,-1 1 0,0 1 0,1 0 0,-1 1 0,1 1 0,0 0 0,-22 10 0,-66 33 0,-17 9 0,-104 64 0,60-36 0,6-1 0,133-68 0,1 1 0,0 0 0,1 2 0,-36 38 0,49-48-1365,1-1-5461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1:11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1 24575,'-5'2'0,"1"0"0,-1 0 0,1 1 0,0-1 0,0 1 0,0 0 0,0 0 0,0 1 0,1-1 0,-1 1 0,1 0 0,-4 5 0,-4 3 0,-2 4 0,0 0 0,1 1 0,1 0 0,-12 26 0,14-25 0,-2 0 0,0 0 0,0-1 0,-17 17 0,25-29 0,-1 1 0,1-1 0,-1 1 0,1-1 0,1 1 0,-1 0 0,1 0 0,0 0 0,1 0 0,-2 11 0,1-9 0,1 0 0,-1-1 0,-1 1 0,1-1 0,-1 0 0,-7 14 0,9-21 0,0 1 0,1-1 0,-1 1 0,1-1 0,-1 1 0,1 0 0,0-1 0,-1 1 0,1 0 0,0-1 0,-1 1 0,1 0 0,0-1 0,0 1 0,-1 0 0,1 0 0,0-1 0,0 1 0,0 0 0,0 0 0,0-1 0,0 1 0,0 0 0,0 0 0,1-1 0,-1 1 0,0 0 0,0-1 0,0 1 0,1 0 0,-1-1 0,1 1 0,-1 0 0,0-1 0,1 1 0,-1 0 0,1-1 0,-1 1 0,1-1 0,-1 1 0,1-1 0,0 1 0,-1-1 0,1 0 0,0 1 0,-1-1 0,1 0 0,0 1 0,-1-1 0,1 0 0,1 0 0,53 6 0,-24-3 0,3 5 0,-13-2 0,1-1 0,0-2 0,0 0 0,24 0 0,-28-2-455,1 0 0,33 7 0,-37-5-6371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1:22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1428 1252 24575,'-1'-8'0,"0"-1"0,0 1 0,0 0 0,-1 0 0,0 0 0,-1 0 0,0 1 0,0-1 0,-8-13 0,-49-63 0,44 64 0,1-1 0,-15-27 0,-54-87 0,35 62 0,21 34 0,-1 2 0,-3 0 0,-1 3 0,-57-48 0,-5-6 0,77 73 0,-1 1 0,0 0 0,-24-12 0,17 11 0,-90-61 0,64 43 0,-102-48 0,68 39 0,-140-63 0,196 88 86,-8-3-1537,26 17-5375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1:22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24575,'2'7'0,"0"-1"0,0 0 0,1 1 0,0-1 0,0-1 0,0 1 0,1 0 0,0-1 0,7 9 0,5 7 0,-10-8-124,0 1 0,-1 0 0,0 0 0,-1 0 0,0 0 0,-2 1-1,1-1 1,-2 1 0,0 0 0,-1 19 0,-1-18-6702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1:23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24575,'195'18'0,"-164"-15"-112,0 0 0,0 3-1,0 0 1,32 12 0,-39-11-692,-9-3-6022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26:12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24575,'105'-18'0,"656"16"0,-374 4 0,-272 0 0,122-4 0,-114-16 0,-67 10 0,-28 4 0,47-2 0,30 9 0,143-5 0,-187-6 0,-35 3 0,46 0 0,722 6 0,-777 0 0,-1 1 0,1 1 0,-1 1 0,0 0 0,24 10 0,-19-7 0,0 0 0,27 4 0,-14-5 0,-15-2 0,0-1 0,0-1 0,0 0 0,0-2 0,0 0 0,0-1 0,26-5 0,3-1 0,0 2 0,0 1 0,91 7 0,-34-1 0,1270-2-1365,-1360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26:14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319 657 24575,'-1'-1'0,"0"1"0,1 0 0,-1-1 0,0 1 0,0-1 0,0 1 0,1-1 0,-1 1 0,0-1 0,1 0 0,-1 1 0,0-1 0,1 0 0,-1 1 0,1-1 0,-1 0 0,1 0 0,-1 0 0,1 0 0,0 1 0,-1-1 0,1 0 0,0 0 0,0 0 0,0 0 0,-1 0 0,1-2 0,-3-33 0,2 26 0,-34-152 0,29 128 0,-17-54 0,14 54 0,-8-15 0,-24-54 0,30 77 0,-2 0 0,-6-21 0,19 46 0,0 1 0,0-1 0,0 0 0,0 0 0,0 1 0,-1-1 0,1 0 0,0 0 0,0 1 0,0-1 0,-1 0 0,1 0 0,0 1 0,-1-1 0,1 0 0,0 1 0,-1-1 0,1 1 0,-1-1 0,1 0 0,-1 1 0,1-1 0,-1 1 0,0-1 0,1 1 0,-1 0 0,0-1 0,1 1 0,-1 0 0,0-1 0,1 1 0,-1 0 0,0 0 0,0-1 0,1 1 0,-2 0 0,0 1 0,0 0 0,0 1 0,0-1 0,1 0 0,-1 1 0,0-1 0,1 1 0,-1 0 0,1-1 0,0 1 0,0 0 0,-2 3 0,-29 63 0,31-68 0,-22 47 0,19-40 0,0 0 0,0 1 0,1-1 0,0 1 0,0-1 0,0 1 0,1 0 0,0 0 0,1 0 0,-1 11 0,2-2-1365,1-2-5461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26:15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24575,'3'0'0,"4"0"0,3 0 0,4 0 0,-1 3 0,1 1 0,0 3 0,1 0 0,2 2 0,-1 3 0,2-2 0,-3 2 0,-2-2 0,1-3 0,1-2 0,-2-2-8191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27:58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24575,'0'-1'0,"1"0"0,-1 0 0,1 1 0,-1-1 0,1 0 0,0 0 0,-1 0 0,1 0 0,0 1 0,0-1 0,0 0 0,-1 1 0,1-1 0,0 0 0,0 1 0,0-1 0,0 1 0,0 0 0,0-1 0,0 1 0,0 0 0,0 0 0,0-1 0,0 1 0,0 0 0,1 0 0,0 0 0,36-2 0,-33 2 0,781-3 0,-387 6 0,501-3 0,-724 18 0,-113-19 0,-18 0 0,-1 1 0,86 12 0,-102-8 0,52 1 0,-52-4 0,48 7 0,-41-4 0,-1-1 0,1-1 0,41-5 0,-31 2 0,47 3 0,-35 7 0,-38-6 0,1 0 0,25 0 0,2654-3 0,-2522 18 0,-124-18 0,88 13 0,-42-7 0,-73-6 0,-1 1 0,42 7 0,-23-2 0,1-2 0,0-2 0,68-5 0,-13 0 0,-20 2 0,87 3 0,-111 6 0,-36-4 0,0-1 0,24 0 0,70-5 0,126 4 0,-183 6 0,26 1 0,-19-9 0,102 14 0,-103-8 0,-1-3 0,73-6 0,-24 1 0,12 2-1365,-108 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31:26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0 24575,'-18'105'0,"16"-89"0,0 0 0,-1 0 0,-9 30 0,-5 20 0,10-28 0,3-19 0,1 0 0,-1 28 0,-13 112 0,16-129 0,-1-1 0,-8 40 0,5-35 0,3 0 0,2 52 0,1-53 0,-1 0 0,-9 61 0,4-59-1365,3-20-5461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31:27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24575,'2'37'0,"2"0"0,11 48 0,-8-38 0,8 39 0,-14-81 0,1 0 0,-1 0 0,1 0 0,0-1 0,0 1 0,1-1 0,-1 1 0,1-1 0,0 0 0,0 0 0,0 0 0,1-1 0,5 6 0,-8-9 0,0 0 0,0 1 0,1-1 0,-1 0 0,0 0 0,0 0 0,0 0 0,0 0 0,0 0 0,0 0 0,0 0 0,1-1 0,-1 1 0,0 0 0,0-1 0,0 1 0,0 0 0,0-1 0,0 1 0,0-1 0,0 0 0,-1 1 0,1-1 0,1-1 0,28-23 0,-19 15 0,7-3 0,1 1 0,31-15 0,-30 18 0,-1-2 0,26-18 0,15-16-1365,-50 40-5461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36:14.74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25,'105'-18,"657"16,-375 4,1659-2,-2015-3,-19-1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36:54.63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0 118,'177'-18,"-139"17,0-1,49-9,-39 6,0 2,88 5,-36 0,358-2,-317-18,283 19,-284-20,619 20,-636-19,-110 17,-1 0,0-2,1 1,13-6,-20 5,0 1,0 0,0 0,0 1,0-1,0 1,1 1,-1-1,0 1,1 0,-1 1,0-1,1 1,-1 0,0 1,0 0,0 0,0 0,7 4,39 28,-42-27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37:03.55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107 4107,'-1'-1,"0"1,0-1,0 1,1-1,-1 1,0-1,0 0,0 0,0 1,1-1,-1 0,0 0,1 0,-1 0,1 0,-1 0,1 0,0 0,-1 0,1 0,0 0,-1 0,1 0,0 0,0 0,0 0,0-1,-2-37,1 35,2-63,0 41,-1 1,-1-1,-2 0,-5-26,3 19,1 0,1 0,2 0,4-46,0-3,-6-44,6-136,16 167,-2 14,-12 44,1-2,1-62,10-57,-17-830,-18 847,-1-18,19 129,-3-1,-6-36,5 39,1-52,3 53,-1 0,-6-36,1 15,2-1,1 0,6-58,0 7,-1-33,-5-139,1 259,0 1,-2 0,1-1,-2 1,1 1,-11-19,9 20,1-1,0 0,1 0,0 0,1-1,0 1,-2-20,4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37:06.416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0 132,'1'-2,"-1"0,0 1,1-1,0 0,-1 1,1-1,0 0,0 1,0-1,0 1,0-1,0 1,0 0,1 0,-1-1,0 1,1 0,-1 0,1 0,-1 0,4-1,41-17,-32 14,12-5,1 1,0 2,0 0,41-3,113 3,384 7,-553 1,1 0,-1 2,1-1,-1 2,0-1,17 9,-15-6,1-1,-1 0,1-1,19 2,216-3,-131-5,-104 1,0-1,0 0,-1-1,22-7,-21 5,-1 1,1 1,1 0,22 0,156-15,-35 1,-127 14,-21-1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37:10.57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1,'1'0,"0"1,0-1,0 1,0-1,-1 1,1 0,0-1,0 1,0 0,-1 0,1-1,0 1,-1 0,1 0,-1 0,1 0,-1 0,1 0,-1 0,0 0,1 0,-1 0,0 0,0 0,0 0,0 1,0 0,3 36,-3-33,9 85,0 17,-10 458,19-425,-20-12,4 97,15-132,-11-71,-2 0,0 0,1 31,12 141,-18 494,0-673,0 0,-2 0,0 0,-7 20,6-20,0 0,0 0,2 0,-2 23,3-2,-1 0,-8 38,5-24,2-1,5 84,1-33,-3 693,-18-635,18 160,0-303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37:13.24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0,'2116'1'0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37:25.340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1 811,'0'-2,"1"1,-1-1,1 1,-1-1,1 1,-1-1,1 1,0-1,0 1,0 0,0-1,0 1,0 0,0 0,1-1,-1 1,0 0,1 1,1-2,32-18,-24 15,20-9,0 2,1 1,0 2,1 1,46-6,27-13,-77 17,0 2,32-4,-26 6,-1-1,64-24,-74 25,0 0,26-3,15-2,90-29,17 2,-107 24,67-22,45 0,-163 33,11 0,-17 2,0 0,0-1,0 1,0-1,0-1,0 0,10-5,16-8,66-22,-19 8,-48 16,-1 0,45-29,-64 35,1 1,27-10,-27 11,0 0,0 0,15-10,60-43,-78 52,0 0,0 1,0 1,1-1,-1 2,1 0,0 0,1 1,-1 0,19-1,-11 1,0-1,34-11,-26 6,-15 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37:29.78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0,'12153'0'0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37:54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553 92 24575,'0'-3'0,"0"-1"0,0 1 0,-1 0 0,1 0 0,-1 0 0,0 0 0,0 0 0,0 0 0,0 0 0,0 1 0,-1-1 0,1 0 0,-1 0 0,0 1 0,1-1 0,-1 1 0,0 0 0,-3-3 0,0 1 0,0 1 0,0 0 0,0 0 0,0 0 0,0 1 0,0-1 0,-1 1 0,1 1 0,-8-2 0,-4 0 0,-2 0 0,1 2 0,0 0 0,0 1 0,-21 3 0,15 1 0,1 1 0,-43 16 0,40-13 0,19-5 0,1 0 0,-1 1 0,1-1 0,-1 1 0,1 0 0,0 1 0,0-1 0,1 1 0,0 0 0,0 1 0,-5 6 0,-7 10 0,-21 40 0,21-34 0,9-13 0,1 0 0,0 1 0,1 0 0,0 0 0,2 0 0,0 1 0,0-1 0,-1 25 0,3 17 0,4 66 0,1-29 0,-3 346 0,1-419 0,2 0 0,1 0 0,0 0 0,14 37 0,4 22 0,-15-43 0,-1-1 0,-3 1 0,0 44 0,15 59 0,-19-78 0,0-33 0,1-1 0,1 1 0,10 55 0,-7-56 0,0 0 0,-2 1 0,-1-1 0,-4 45 0,0-33 0,5 55 0,7-40 0,-6-36 0,0 0 0,0 25 0,-4-10 0,-1 0 0,-9 40 0,5-27 0,3 0 0,5 88 0,1-36 0,-5 8 0,4 119 0,5-179 0,19 75 0,-7-46 0,20 27 0,-25-52 0,-5-15 0,22 54 0,-27-78 0,-1 0 0,0 0 0,0 0 0,-1 1 0,-1-1 0,0 1 0,-2 14 0,1-10 0,1 0 0,0-1 0,5 25 0,0-8 0,-2 2 0,-2-1 0,-1 0 0,-4 47 0,0 6 0,5 3 0,-4 100 0,-16-106 0,13-67 0,1 0 0,1 0 0,-3 36 0,-3 58 0,0 6 0,10 324 0,-1-436 0,0 0 0,1 0 0,0 0 0,0 0 0,0 0 0,1 0 0,-1 0 0,2 0 0,-1 0 0,1-1 0,-1 1 0,2-1 0,-1 0 0,0 1 0,1-2 0,0 1 0,0 0 0,6 4 0,2 0 0,-1-1 0,2 0 0,-1 0 0,1-2 0,0 1 0,22 6 0,-12-6 0,-1-2 0,1 0 0,0-1 0,1-2 0,-1 0 0,39-3 0,-49 1 0,199 18 0,-129-16 0,-54 0 0,1-1 0,-1-1 0,1-2 0,-1-1 0,41-9 0,-49 4 0,-1-1 0,1 0 0,-2-2 0,1 0 0,-2-2 0,1 0 0,-2 0 0,17-18 0,-26 22 0,-1-1 0,-1-1 0,1 1 0,-1-1 0,-1 0 0,6-18 0,-5 9 0,0 0 0,-1-1 0,-1 0 0,2-40 0,-6-88 0,-2 60 0,0 74 0,-1 0 0,0 1 0,-1-1 0,0 0 0,-2 1 0,1 0 0,-13-22 0,-3-8 0,13 30 0,0 0 0,-1 1 0,0 0 0,-1 0 0,-1 1 0,0 0 0,-1 1 0,0 0 0,-1 1 0,-19-13 0,-37-32 0,45 35 0,-1 1 0,-30-17 0,24 16 0,-32-27 0,21 12 0,2-1 0,-68-82 0,92 95 0,-20-39 0,1 1 0,30 52 0,0 0 0,1-1 0,0 0 0,1 1 0,0-1 0,0 0 0,1-1 0,-2-20 0,2-9 0,4-40 0,0 23 0,-1 39 0,1-1 0,1 1 0,9-32 0,-7 33 0,-1-2 0,-1 1 0,3-34 0,11-178 0,1-52 0,-17 201 0,-3-67 0,-1 131 0,-1 0 0,0 0 0,-1 0 0,-1 1 0,-9-19 0,6 15 0,1 0 0,-8-34 0,10 35 0,0 0 0,0 1 0,-18-32 0,16 35 0,1-1 0,0 0 0,1-1 0,0 1 0,-4-26 0,-8-37 0,12 62 0,2-1 0,0 1 0,1-1 0,-1-27 0,-13-149 0,17-477 0,19 531 0,-18 97 0,11-78 0,-7 31 0,-5 71 0,1-1 0,0 0 0,6-28 0,-1 13 0,-2 0 0,-1 0 0,-2-1 0,-5-45 0,2-7 0,4-50 0,-5-148 0,2 278-136,-1 0-1,1 0 1,-2 0-1,1 0 1,-1 0-1,0 0 1,-1 1-1,0 0 0,-7-11 1,4 9-6690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37:56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1514 24575,'-1'-13'0,"0"1"0,-1-1 0,-1 1 0,0 0 0,-1 0 0,-9-21 0,8 21 0,0 0 0,1 0 0,0-1 0,1 1 0,1-1 0,-2-18 0,-13-128 0,18-635 0,0 775 0,1 1 0,1 0 0,1-1 0,1 1 0,6-17 0,12-54 0,-21 82 0,0 0 0,1 0 0,-1 1 0,1-1 0,0 0 0,1 1 0,0 0 0,0 0 0,7-8 0,-6 7 0,0 1 0,-1-1 0,0 0 0,0 0 0,0 0 0,3-11 0,-36 45 0,-138 192 0,112-157-1365,50-52-5461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37:59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24575,'4'5'0,"1"1"0,-2 0 0,1 0 0,0 0 0,-1 0 0,0 1 0,-1-1 0,0 1 0,0 0 0,0-1 0,0 1 0,-1 0 0,0 8 0,1 16 0,-5 53 0,1-31 0,2 53-1365,0-91-5461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44:13.141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73 1,'0'43,"-3"1,-8 50,-7 83,13-125,2 2,5 83,1-32,-1 5,-5 115,-16-102,14-67,-6 101,10-99,0-27,1 0,2 0,9 54,-1-24,-2 1,-2-1,-5 102,-1-94,1-58,0 1,1-1,1 0,0-1,0 1,9 18,10 34,-14-28,9 54,-15-64,12 180,-12-187,0 0,1 0,2 0,11 34,-6-21,0 6,-2 1,5 51,-12-73,2 15,1 1,13 46,-12-58,-1 0,-2 0,1 39,5 34,-4-65,-2 1,-2 55,1 21,8-48,-5-37,-1-1,0 26,-3-24,-2 7,3-1,0 1,1 0,2-1,12 44,-7-37,-2-1,5 46,-10-52,2 0,1-1,1 0,2 0,10 26,-12-35,0 0,-1 0,-1 1,3 28,-6-30,2 1,0-1,1-1,0 1,1-1,8 16,-4-11,-1-1,-1 1,6 28,-8-29,1 0,0 0,1 0,10 18,-8-18,-1 1,-1 0,0 0,-2 1,5 31,5 16,-12-56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44:15.437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0,'-19'177,"18"-155,-1 0,-1 0,-10 36,1-1,-5 66,-1 18,14-116,3-12,-2 1,1-1,-2 0,-9 23,8-20,0 0,1 0,1 0,1 0,-1 18,-1-1,-2 44,6 128,3-81,-3-79,2-1,9 47,12 99,-6-85,-9-58,-4-24,-1-1,0 28,-2-31,1 1,1-1,9 31,-7-30,-1 1,4 41,10 97,0 0,-19 688,2-832,1-1,0 0,1 1,8 23,5 24,-10-40,0 0,1 0,1-1,12 21,-8-16,15 48,40 102,-52-127,0 5,37 86,-31-86,9 17,5 7,1 3,34 77,-61-140,-1 0,-1 1,0 0,4 23,-5-18,19 47,-7-18,-16-42,1-1,0 0,1 0,1 0,7 13,-12-22,1-1,-1 1,0-1,1 1,-1-1,1 1,-1-1,1 1,-1-1,1 0,-1 1,1-1,-1 0,1 1,0-1,-1 0,1 0,-1 0,1 1,0-1,-1 0,1 0,-1 0,1 0,0 0,-1 0,1 0,0-1,-1 1,1 0,-1 0,1 0,0 0,-1-1,1 1,-1 0,1-1,6-4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44:17.651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0,'-2'20,"-1"1,0-1,-2 0,0-1,-12 30,-4 14,3 33,14-68,-14 53,14-66,1 0,1-1,0 1,0 20,-6 44,3-42,1 1,1-1,6 73,0-21,-3 881,18-794,-19-112,-1-19,3 1,10 82,10 66,-3-18,-14-81,-4-73,1 1,0-1,7 35,46 217,-19-125,-16-72,-11-42,1 0,21 52,56 152,-62-178,-14-33,26 52,-27-64,-2 1,0 0,5 20,-7-20,1 1,1-1,11 20,-10-21,0 1,10 32,-13-31,2 0,14 27,17 34,-26-52,26 44,-25-49,-5-9,1-1,0 1,18 19,44 56,-62-78,-1 0,0 1,9 17,23 28,2 3,-34-51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44:18.694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44:24.41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0 424,'0'-6,"0"0,1 0,0 0,-1 1,2-1,-1 0,1 1,0-1,0 1,0 0,1-1,0 1,6-9,1 3,1 1,0 0,0 0,13-8,-9 7,5-3,2 2,-1 0,2 1,30-10,11-6,-39 18,1 0,0 2,1 0,29-2,-22 4,62-19,-62 14,67-10,19-4,-91 15,-1 2,1 1,33-2,2 2,84-4,787 10,-906 2,0 1,45 10,-45-6,0-2,46 2,101 10,-132-14,-1 1,0 3,56 15,-46-9,44 18,-45-13,108 22,6 2,-36-9,-26-8,72 13,-21-6,-27-8,-43-10,-58-9,-12-3,1 1,-1 1,-1 0,17 7,56 18,-68-24,0 1,0 0,33 17,-34-14,1-1,0 0,0-2,21 5,-15-5,45 19,-3-6,-56-15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44:26.650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1 230,'23'-1,"1"-2,-1-1,0 0,28-10,-23 6,-1 1,39-4,-9 4,76-21,-84 16,0 2,67-4,63-5,-143 17,70-13,-66 7,48-2,18 2,30-1,-95 7,41-6,-6-1,-7 1,32-1,412 10,-319 17,-141-15,77 14,-23-2,79 4,-93-2,-70-12,0 0,45 2,95 11,-76-1,-66-12,0 0,0-1,26 0,140 15,5 11,-97-12,186 31,-86-14,-41-13,44 10,-113-20,-55-9,49 13,-46-9,50 5,-38-6,164 29,-134-25,150 26,-13 9,-183-40,1 1,-1 2,-1 1,1 1,-2 1,1 2,-2 1,45 30,-42-26,1 0,50 20,-29-14,86 33,-111-49,1-1,32 4,-36-8,1 2,0 0,33 13,135 82,-173-90,38 18,-46-24,1 1,-1 1,0-1,-1 2,1-1,-1 2,0-1,-1 1,0 1,12 13,-8-2,1 0,1-2,0 1,1-2,2 0,-1-1,2-1,0-1,1 0,27 13,-24-17,-1 0,0 2,0 0,-2 2,1 0,-2 1,0 1,32 35,31 41,-19-33,-19-20,-36-33,0 1,-1-1,0 1,0 1,11 13,6 18,23 47,-34-65,0-1,1 0,1-1,1 0,19 16,-9-7,-18-21,0 0,0-1,0 0,17 9,-19-12,-1 0,1 0,-1 0,0 1,0-1,0 1,-1 1,1-1,-1 0,0 1,0 0,0 0,-1 0,0 1,5 10,-2-2,0-1,0-1,1 1,1-1,14 18,17 29,-27-41,1 0,1-1,26 26,9 12,-5-7,-35-42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44:28.390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45:49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24575,'1676'0'-1365,"-1661"0"-5461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45:51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23849,'1288'52'0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47:40.41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1,'5'0,"0"1,0 0,0 0,0 0,0 0,0 1,0 0,-1 0,7 4,-6-3,0 0,1-1,0 1,-1-1,1-1,0 1,6 0,9-1,0-1,0-1,-1-1,1-1,21-6,-30 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47:41.46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1,'3'0,"4"0,4 0,3 0,2 0,2 0,0 0,0 0,1 0,-1 0,0 0,0 0,0 0,-1 0,1 0,0 0,-4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47:48.7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1 112 24575,'32'-1'0,"1"-1"0,0-2 0,-1-1 0,39-11 0,-42 10 0,1 3 0,-1 0 0,1 2 0,49 5 0,0-2 0,697-2 0,-600 19 0,-132-19 0,39-1 0,125 15 0,-168-11 0,69-1 0,-75-3 0,1 1 0,65 10 0,-52-3 0,0-3 0,1-2 0,59-5 0,-8 0 0,-46 3 0,86-14 0,-56 7 0,-58 6 0,0-1 0,50-12 0,142-30 0,-84 10 0,-102 28 0,0 2 0,0 1 0,0 2 0,55 5 0,-2-2 0,391-2 0,-299 19 0,-37-2 0,19 1 0,-117-18 0,-15-1 0,1 1 0,-1 1 0,50 9 0,79 11 0,-74-15 0,-62-6 0,-1 1 0,40 7 0,-36-4 0,1-2 0,0 0 0,44-2 0,-45-1 0,1 1 0,-1 1 0,1 1 0,25 5 0,-16-1 0,0-2 0,0-2 0,0-1 0,45-4 0,5 0 0,-27 3 0,-11-1 0,0 1 0,73 12 0,-78-4 0,-16-2 0,0-2 0,46 3 0,16 3 0,-31-2 0,68 10 0,-70-10 0,-2 2 0,61 21 0,-49-9 0,-37-12 0,44 10 0,50 8-1365,-105-23-5461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47:49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0 24575,'4'1'0,"0"-1"0,0 1 0,0 0 0,0 0 0,-1 0 0,1 0 0,0 1 0,-1-1 0,1 1 0,-1 0 0,1 0 0,-1 0 0,0 1 0,0-1 0,3 4 0,43 51 0,-9-11 0,-32-37 0,0-1 0,0 1 0,-1 0 0,0 1 0,-1-1 0,0 2 0,0-1 0,-1 0 0,7 22 0,-12-29 0,0-1 0,0 0 0,0 1 0,0-1 0,-1 0 0,1 1 0,-1-1 0,0 0 0,1 0 0,-1 1 0,0-1 0,0 0 0,-1 0 0,1 0 0,0 0 0,-1 0 0,1-1 0,-1 1 0,1 0 0,-1-1 0,0 1 0,0-1 0,0 1 0,0-1 0,0 0 0,0 0 0,-2 1 0,-13 7 0,1-1 0,-26 9 0,24-11 0,-28 11 0,29-11 0,-1 0 0,-28 16 0,21-12-1365,13-7-5461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45:54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45:57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2544 1 24575,'-4'1'0,"1"1"0,0-1 0,0 1 0,0 0 0,1 0 0,-1 0 0,0 0 0,1 0 0,-1 1 0,1-1 0,0 1 0,0-1 0,0 1 0,0 0 0,0 0 0,-2 6 0,-19 21 0,8-19 0,-1 0 0,0-1 0,-1-1 0,0-1 0,-1 0 0,1-2 0,-2 0 0,1 0 0,-28 3 0,-111 31 0,129-36 0,-53 3 0,31-4 0,-9 6 0,-23 0 0,-78 8 0,2 1 0,128-17 0,-1 1 0,-36 8 0,43-5 0,0 2 0,-33 12 0,6-1 0,-81 17 0,-34 12 0,72-19 0,69-22 0,1 1 0,-1 1 0,1 1 0,-31 17 0,-72 32 0,10 12 0,97-57 0,2 1 0,0 1 0,1 0 0,0 1 0,1 1 0,1 0 0,1 2 0,0-1 0,2 2 0,0 0 0,1 0 0,-14 36 0,-8 20 0,22-53 0,1 1 0,-10 30 0,6 6 0,-10 92 0,18-105 0,1-9 0,-1 54 0,7-43 0,1-19 0,-2 1 0,-1 0 0,-2 0 0,-6 33 0,5-44 0,1-1 0,2 1 0,0 28 0,1-28 0,-1 0 0,0 1 0,-6 23 0,-2 12 0,7-40 0,-1 0 0,0-1 0,-10 27 0,7-23 0,1 0 0,1 1 0,-3 38 0,3-26 0,-2 45 0,6 128 0,3-81 0,-3-37-1365,0-72-5461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45:58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24575,'-2'57'0,"4"78"0,-1-122 0,1-1 0,0 1 0,1-1 0,0 0 0,1 0 0,0 0 0,1-1 0,8 16 0,-12-26 0,0 0 0,-1 0 0,1 0 0,0 0 0,0 0 0,-1 0 0,1 0 0,0-1 0,0 1 0,0 0 0,0 0 0,0-1 0,0 1 0,0-1 0,0 1 0,0-1 0,0 1 0,1-1 0,-1 0 0,0 1 0,0-1 0,0 0 0,0 0 0,1 0 0,-1 0 0,2 0 0,0-1 0,0 0 0,0 0 0,0 0 0,0 0 0,0-1 0,0 1 0,0-1 0,-1 0 0,6-3 0,3-5 0,-1 0 0,1-1 0,11-16 0,10-13 32,19-25-1429,-45 54-5429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46:06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24575,'-1'50'0,"-12"77"0,2-37 0,1 138 0,-8-52 0,18-125 0,14 96 0,-9-97 0,-2-1 0,-5 84 0,0-34 0,4 33 0,-5 142 0,-14-180 0,11-73 0,2 0 0,0 1 0,-1 32 0,-3 13 111,2-27-1587,4-26-5350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46:08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24575,'2'0'0,"0"1"0,0 0 0,0 0 0,-1 0 0,1 0 0,0 0 0,0 0 0,-1 0 0,1 1 0,0-1 0,-1 1 0,1-1 0,-1 1 0,0-1 0,3 4 0,20 33 0,-20-32 0,17 37 0,-16-33 0,0 0 0,0 0 0,0 0 0,2-1 0,9 12 0,-14-19 4,0-1 0,0 0 0,0 1-1,1-1 1,-1 0 0,0-1 0,1 1-1,-1 0 1,0-1 0,1 1 0,-1-1-1,1 0 1,-1 1 0,1-1 0,-1-1 0,1 1-1,-1 0 1,1 0 0,-1-1 0,1 0-1,-1 1 1,1-1 0,-1 0 0,0 0-1,4-2 1,9-5-307,0 0-1,21-16 1,-28 18-250,1 0-6273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0:5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0:50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0:53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24575,'31'0'0,"11"-1"0,0 1 0,1 3 0,-1 1 0,59 14 0,-75-13 0,0-1 0,1-1 0,-1-1 0,0-1 0,34-4 0,-21 1 0,48 4 0,-30 6 0,-37-4 0,-1-1 0,26 0 0,1878-4-1365,-1908 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0:57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0 24575,'0'44'0,"-3"-1"0,-8 52 0,-25 99 0,29-102 0,7-66 0,-7 46 0,1-24 0,2 1 0,5 95 0,1-50 0,-1-84 0,0 0 0,1 1 0,0-1 0,1 0 0,0 0 0,0-1 0,1 1 0,0-1 0,1 0 0,7 11 0,11 15 0,33 37 0,-37-47 0,17 19 0,1-1 0,2-1 0,74 59 0,-38-40 0,-29-23 0,70 46 0,-105-78 0,-1 1 0,1 0 0,-1 0 0,-1 1 0,15 16 0,-20-19 0,-1 0 0,1 0 0,-1 0 0,0 1 0,-1-1 0,1 1 0,-1-1 0,0 1 0,-1 0 0,1 0 0,-1 0 0,0 0 0,0 10 0,16 143 0,-16-105 0,0-23 0,-1 0 0,-1 0 0,-11 59 0,8-69 0,1 0 0,-1 28 0,4-32 0,-2 0 0,0 1 0,0-1 0,-9 25 0,-8 8 0,-2 0 0,-46 74 0,49-67-1365,13-46-5461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0:58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24575,'1'57'0,"0"-23"0,-1 0 0,-9 64 0,9-98 0,0 1 0,0 0 0,0 0 0,0 0 0,0-1 0,0 1 0,0 0 0,0 0 0,0-1 0,0 1 0,1 0 0,-1 0 0,0 0 0,0-1 0,1 1 0,-1 0 0,0-1 0,1 1 0,-1 0 0,1-1 0,-1 1 0,1-1 0,-1 1 0,1-1 0,0 1 0,-1-1 0,1 1 0,0-1 0,0 1 0,31 7 0,34-12 0,-63 4 0,60-18 134,-15 3-1633,-35 13-5327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3:21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5:03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24575,'104'-18'0,"258"17"0,-175 2 0,-165 0 0,-1 2 0,0 0 0,29 8 0,-29-6 0,1 0 0,0-1 0,28 0 0,1273-5-1365,-1308 1-5461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5:15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24575,'176'-19'0,"-41"17"0,136 5 0,-214 6 0,-37-6 0,-1 0 0,26 0 0,185 15 0,-194-19 0,-9 0 0,0 1 0,1 1 0,-1 1 0,29 7 0,-23-4 0,0-1 0,0-1 0,0-2 0,45-4 0,5 0 0,-54 3 0,31-1 0,0 4 0,60 9 0,-39-7 0,-62-5 0,0 1 0,0 1 0,22 4 0,5 3 0,1-3 0,0-2 0,79-2 0,42 2 0,-108 4 0,-34-4 0,46 2 0,-31-6 0,0 1 0,58 11 0,-51-7 0,0-1 0,88-6 0,-37-1 0,1718 3 0,-1641-19 0,248 20 0,-266-19 0,1 1 0,-98 18 0,-30 1 0,1-2 0,-1-1 0,0-2 0,37-6 0,-51 5-341,1 2 0,0 0-1,27 2 1,-30 0-6485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5: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24575,'97'-1'0,"106"3"0,-134 5 0,-29-2 0,45 0 0,815-5 0,-760 18 0,19 0 0,35 0 0,-160-18 0,0 2 0,44 8 0,13-3 0,-65-6 0,47 6 0,-30 2 0,0-2 0,82 2 0,758-9 0,-743 18 0,-90-18 0,-24-1 0,0 1 0,0 1 0,48 9 0,-39-4 0,1-2 0,0-2 0,0-1 0,43-4 0,9 0 0,-45 3 0,0 3 0,52 8 0,-38-7 81,-46-4-370,0 0 0,1 1-1,-1 0 1,16 4 0,-16-1-6537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5:25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 24575,'35'1'0,"0"1"0,40 9 0,-46-8 0,52 0 0,-53-3 0,-1 1 0,34 6 0,-9 0 0,1-3 0,-1-2 0,56-5 0,-3 0 0,-2 12 0,5 1 0,1661-12 0,-926 3 0,-703-20 0,990 20 0,-954 18 0,-52-22 0,140 6 0,-194 4 0,-30-2 0,44 0 0,163 12 0,-219-16 0,0 1 0,44 9 0,-25-6 0,1-2 0,88-5 0,-36 0 0,-47 3 0,-22 0 0,-1-1 0,1-1 0,-1-2 0,31-6 0,123-20 0,-111 20 0,1 2 0,135 7 0,-86 3 0,1341-3 0,-1323-19 0,-112 18 0,0-3 0,41-8 0,-43 6 0,1 1 0,53-2 0,-39 7 0,0-2 0,55-9 0,-47 6 0,-1 2 0,84 5 0,-33 0 0,-46-1 0,-24 1 0,0-2 0,1-2 0,-1 0 0,31-8 0,-34 6 0,0 0 0,1 2 0,-1 1 0,47 4 0,-35-1 0,49-3 0,35-17 0,-46 1 0,-62 12 0,0 1 0,0 1 0,0 0 0,24 0 0,62 5 0,99-4 0,-134-6 0,-35 3 0,48 0 0,345 6 0,-284 17 0,19 0 0,229-19-1365,-373 1-5461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8:21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672 1 24575,'-2'5'0,"0"-1"0,-1 1 0,0-1 0,1 1 0,-1-1 0,-1 0 0,1 0 0,-1 0 0,1-1 0,-1 1 0,0-1 0,-6 4 0,-6 7 0,-72 68 0,64-63 0,1 1 0,1 2 0,1 0 0,1 1 0,1 1 0,-19 32 0,13-16 0,-51 63 0,1-1 0,51-58 0,19-34 0,0 0 0,0-1 0,-1 1 0,0-1 0,-9 9 0,7-8 0,1 1 0,0-1 0,1 1 0,0 0 0,0 1 0,1 0 0,1 0 0,-5 19 0,-14 33 0,16-42 0,0-1 0,2 1 0,1 0 0,1 0 0,0 1 0,2-1 0,1 23 0,1 520-1365,-1-550-5461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8:22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24575,'2'1'0,"0"0"0,0 0 0,-1-1 0,1 1 0,0 0 0,0 1 0,0-1 0,-1 0 0,1 0 0,0 1 0,-1-1 0,1 1 0,-1-1 0,0 1 0,1 0 0,-1 0 0,0-1 0,0 1 0,1 4 0,20 43 0,-20-42 0,43 89 0,5 11 0,-46-81 0,4 14 0,-8-39 0,0 0 0,0 0 0,1 1 0,-1-1 0,0 0 0,1 0 0,0 0 0,-1 0 0,1 1 0,-1-1 0,1 0 0,0 0 0,0 0 0,0-1 0,0 1 0,0 0 0,0 0 0,0 0 0,0-1 0,0 1 0,2 1 0,-1-3 0,0 0 0,0 0 0,0 0 0,0 0 0,-1-1 0,1 1 0,0 0 0,0-1 0,-1 1 0,1-1 0,-1 0 0,0 1 0,1-1 0,-1 0 0,0 0 0,0 0 0,0 0 0,0 0 0,0-2 0,10-12 0,118-142 0,-102 122 0,14-17 0,-17 22 44,-22 26-172,1 1 0,-1 0 0,1 0-1,0 0 1,0 1 0,0-1 0,1 1 0,-1-1 0,1 1 0,7-4 0,-1 2-6698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9:28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24575,'5'2'0,"1"1"0,-1 0 0,0 0 0,1 0 0,-2 0 0,1 1 0,0 0 0,6 6 0,4 3 0,115 94 0,-97-79 0,8 8 0,1-2 0,2-1 0,76 41 0,-96-60 0,-1 1 0,-1 0 0,-1 2 0,0 1 0,30 33 0,55 37 0,-82-65 0,1-2 0,1 0 0,1-2 0,0-1 0,1-1 0,47 21 0,-48-24 0,36 26 0,24 13 0,-48-35 0,1 3 0,-2 1 0,64 49 0,-78-52 0,39 22 0,-22-16 0,63 43 0,-69-48-1365,-26-13-5461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9:33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1063 24575,'2'-5'0,"0"1"0,1 0 0,-1-1 0,1 1 0,0 0 0,1 1 0,-1-1 0,1 1 0,6-6 0,1-1 0,10-13 0,1 1 0,1 1 0,34-25 0,4 4 0,79-50 0,-54 37 0,-71 47 0,0-1 0,25-17 0,-28 16 0,1 1 0,0 1 0,0 0 0,19-7 0,109-54 0,-75 35 0,-49 24 0,0 0 0,25-8 0,-23 10 0,-1-1 0,0 0 0,16-13 0,21-10 0,-20 11 0,-2 0 0,38-33 0,-1 1 0,110-58 0,-155 97 0,1 0 0,0 2 0,1 1 0,1 2 0,42-10 0,-57 15 0,23-5-72,-20 6-187,-1-1 1,1 0-1,-1-1 1,24-12-1,-28 9-6567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9:37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24575,'105'-18'0,"491"16"0,-290 4 0,-166 17 0,-69-19 0,7 0 0,109 13 0,-151-10-60,63-1 1,-58-3-1187,-26 1-5580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9:43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478 0 24575,'1'1'0,"0"-1"0,-1 1 0,1-1 0,0 1 0,0 0 0,0-1 0,0 1 0,0 0 0,-1-1 0,1 1 0,0 0 0,-1 0 0,1 0 0,0 0 0,-1 0 0,1-1 0,-1 1 0,1 0 0,-1 0 0,0 0 0,1 1 0,-1-1 0,0 0 0,0 0 0,0 0 0,0 0 0,0 2 0,3 35 0,-3-33 0,-1 7 0,0 0 0,-1 0 0,0 0 0,-1-1 0,0 1 0,-1-1 0,0 1 0,-1-1 0,-7 12 0,-5 7 0,-40 54 0,54-80 0,-9 13 0,-1-1 0,0-1 0,-1 0 0,-26 21 0,-51 49 0,71-69 0,0 0 0,1 2 0,1 0 0,1 1 0,1 0 0,-26 41 0,37-47 0,1 0 0,0 0 0,1 1 0,-3 23 0,-7 31 0,9-53-213,1 0-1,1 1 1,0-1 0,1 1-1,2 18 1,-1-33 128,0 14-6741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59:45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24575,'-2'92'0,"4"99"0,-2-190 0,0 0 0,0 1 0,0-1 0,0 0 0,0 0 0,0 0 0,0 0 0,1 1 0,-1-1 0,0 0 0,1 0 0,-1 0 0,1 0 0,-1 0 0,1 0 0,-1 0 0,1 0 0,0 0 0,-1 0 0,1 0 0,0 0 0,0 0 0,0 0 0,0-1 0,0 1 0,0 0 0,0-1 0,0 1 0,0 0 0,0-1 0,0 0 0,0 1 0,0-1 0,0 0 0,1 1 0,-1-1 0,0 0 0,0 0 0,0 0 0,0 0 0,1 0 0,-1 0 0,0 0 0,0 0 0,0-1 0,0 1 0,3-1 0,6-3 0,0-1 0,-1 0 0,1 0 0,13-12 0,3 1 0,15-6 0,44-32 0,-61 38 0,7-4-1365,-20 15-5461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0:01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24575,'9'-3'0,"1"0"0,-1-1 0,1 0 0,-1-1 0,0 0 0,14-11 0,-21 15 0,19-13 0,1 1 0,0 1 0,0 1 0,1 1 0,36-10 0,-52 18-227,-1-1-1,1 0 1,-1 0-1,0 0 1,8-7-1,-5 4-6598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0:06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 24575,'9'-1'0,"0"-1"0,1 0 0,-1-1 0,0 0 0,0 0 0,0-1 0,-1 0 0,1 0 0,11-9 0,41-17 0,-45 25-341,0-1 0,-1-1-1,23-12 1,-29 12-6485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0:12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24575,'0'354'-1365,"0"-339"-5461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1:38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 24575,'0'-1'0,"1"0"0,-1-1 0,1 1 0,-1 0 0,1 0 0,0 0 0,0 0 0,-1 0 0,1 0 0,0 0 0,0 0 0,0 0 0,0 1 0,0-1 0,0 0 0,0 0 0,0 1 0,0-1 0,0 1 0,3-2 0,31-11 0,-23 9 0,12-4 0,-1 1 0,1 1 0,0 1 0,28-1 0,259 2 0,-165 6 0,-31-4 0,123 5 0,-186 6 0,19 0 0,-48-7 0,1 1 0,-1 1 0,0 1 0,32 11 0,26 6 0,-79-22 0,50 10 0,-1 2 0,95 37 0,-115-38 0,0-1 0,50 10 0,9 2 0,-25-5 0,-44-12 0,0 0 0,0 1 0,-1 2 0,33 15 0,-33-13 0,-1-1 0,1-1 0,34 8 0,-34-11 0,0 2 0,-1 0 0,1 1 0,18 11 0,-18-8 0,-1 0 0,0 2 0,-1 0 0,0 2 0,-1 0 0,-1 0 0,0 2 0,21 28 0,44 55 0,-53-70 0,43 65 0,-68-87 0,0-1 0,0 1 0,-1 0 0,0 0 0,0 0 0,-1 0 0,0 0 0,0 14 0,5 27 0,11 30 0,40 192 0,-17 8 0,-34-218 0,4 90 0,-12-58 0,4 131 0,12-168-1365,-12-43-5461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1:40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24575,'0'9'0,"0"0"0,-1-1 0,1 1 0,1 0 0,0 0 0,0 0 0,1-1 0,0 1 0,0 0 0,1-1 0,7 16 0,2 0 0,-8-16 0,0 0 0,1 0 0,-1 0 0,2 0 0,-1-1 0,9 10 0,-12-16 0,0 1 0,0-1 0,0 0 0,0 1 0,0-1 0,0 0 0,0 0 0,0-1 0,0 1 0,1 0 0,-1-1 0,0 1 0,1-1 0,-1 0 0,0 0 0,1 0 0,-1 0 0,0 0 0,1 0 0,-1-1 0,0 1 0,1-1 0,-1 1 0,0-1 0,0 0 0,0 0 0,0 0 0,1 0 0,-2-1 0,3 0 0,25-18 0,-2 0 0,28-27 0,-48 41 0,49-60 0,-50 60-151,0-1-1,-1 0 0,1 0 0,-1 0 1,-1-1-1,0 0 0,0 0 1,3-9-1,-3 5-6674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2:13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1829 0 24575,'-1'8'0,"0"-1"0,0 0 0,-1 0 0,0 1 0,0-1 0,0 0 0,-1-1 0,-7 14 0,-38 53 0,36-55 0,-81 115 0,60-88 0,-2-2 0,-74 71 0,52-56 0,39-40 0,9-10 0,0 1 0,1 0 0,1 0 0,-1 1 0,-6 13 0,4-9 0,0 0 0,-1 0 0,-1-1 0,0-1 0,0 0 0,-1 0 0,-1-1 0,0-1 0,0 0 0,-22 10 0,27-14 0,0-1 0,0 2 0,0-1 0,-9 11 0,-27 18 0,8-12 0,-1-2 0,-75 30 0,-38 10 0,86-39 0,31-10 0,-41 9 0,-79 24 0,8-2 0,122-36 0,0 1 0,-43 21 0,18-7 0,44-20 6,0 1 0,0 0 0,0 0 0,1 0 0,-1 1 0,1 0 0,0 0 0,0 0 0,0 0 0,-6 10 0,-28 53-447,25-42-549,8-15-5836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2:19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24575,'0'3'0,"3"1"0,1 3 0,0 3 0,-1 3 0,0 2 0,-2 2 0,0 0 0,-1 1 0,0 1 0,0-1 0,0 0 0,0 0 0,-1 0 0,1 0 0,0-4-8191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2:19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24575,'35'1'0,"44"9"0,-17-2 0,11 7-1365,-59-14-5461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2:22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24575,'547'0'-1365,"-531"0"-5461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2:33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1 397 24575,'1'-6'0,"1"0"0,0 0 0,0 0 0,0 0 0,1 0 0,0 1 0,0-1 0,5-5 0,5-10 0,-4 4 0,1 0 0,0 1 0,2 1 0,0 0 0,0 0 0,2 1 0,20-17 0,36-39 0,1-1 0,-47 43-1365,-17 20-5461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2:42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1 276 24575,'4'0'0,"0"-1"0,0-1 0,0 1 0,-1-1 0,1 1 0,0-1 0,-1 0 0,1 0 0,-1-1 0,1 1 0,-1-1 0,0 1 0,5-7 0,37-43 0,-44 50 0,45-63 0,-32 44 0,0 0 0,1 2 0,20-21 0,-17 23-1365,-10 10-5461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2:45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24575,'1'55'0,"0"-25"0,-1 1 0,-1-1 0,-2 0 0,-6 32 0,4-29 0,1 0 0,1 0 0,2 0 0,4 45 0,0 5 0,-3-62-74,1-11-184,-1 0-1,0-1 1,-1 1 0,-2 14 0,-1-13-6568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1:02:50.397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1:02:50.523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1:02:56.422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59,'36'-2,"0"-2,-1-1,1-2,58-20,-69 22,-1 1,1 2,-1 0,1 1,38 5,9-1,86 15,1 0,2241-19,-2242 19,-60-17,104-3,-133-6,-29 3,45 1,-58 2,0 0,51-12,-52 8,1 1,53-2,23 6,93 3,-135 6,-35-4,46 2,599-7,-531 20,-30-11,10 1,233-10,-338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3:12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881 0 24575,'1'14'0,"2"0"0,0 0 0,0 0 0,1-1 0,1 0 0,0 0 0,1 0 0,13 22 0,15 35 0,-12-16 0,-10-25 0,-1 0 0,-2 1 0,9 43 0,22 64 0,-17-31 0,-14-76 0,-2 1 0,-2 0 0,4 53 0,-8-68 0,1-1 0,0 1 0,1-1 0,6 19 0,-4-19 0,-1 0 0,-1 1 0,0-1 0,0 22 0,14 104 0,-6-48 0,-3-44 0,-3-7 0,0-3 0,1 56 0,-6-79 0,1 43 0,-3 0 0,-3-1 0,-14 69 0,14-101 0,2 0 0,-1 52 0,4-48 0,-9 56 0,3-34 0,1 1 0,4-1 0,4 56 0,-1-2 0,-2 793 0,-18-758 0,17-99 0,-11 79 0,10-110 0,-47 228 0,21-108 0,-9 30 0,9-44 0,20-78 0,-24 72 0,-28 48 0,32-76 0,19-54 0,-18 43 0,15-43 0,1 1 0,-9 41 0,-14 37 0,11-43 0,12-32 0,-19 37 0,-46 116 0,14-33 0,-34 26 0,-8 46 0,86-185 0,-6 14 0,-44 72 0,47-90 0,3 1 0,-19 49 0,12-24 0,-5 12 0,16-35 0,-31 57 0,5-29-1365,36-56-5461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3:14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24575,'1'1'0,"1"-1"0,-1 0 0,0 1 0,1-1 0,-1 1 0,0-1 0,0 1 0,0-1 0,1 1 0,-1 0 0,0 0 0,0 0 0,0-1 0,0 1 0,0 0 0,0 0 0,0 0 0,-1 1 0,1-1 0,0 0 0,0 1 0,16 34 0,-7-13 0,4-1 0,2-1 0,0 0 0,2 0 0,0-2 0,21 18 0,-17-18 0,0-1 0,1-1 0,1-1 0,0-1 0,2-1 0,-1-2 0,1 0 0,55 16 0,41 16 0,-64-21 0,-28-10 0,-2 1 0,48 32 0,-48-28 0,1-1 0,36 16 0,-27-16 0,-1 3 0,0 1 0,49 38 0,-70-48 0,54 26-1365,-62-31-5461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3:16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0 654 24575,'1'0'0,"-1"-1"0,0 0 0,1 0 0,-1 0 0,1 0 0,-1 1 0,1-1 0,-1 0 0,1 0 0,0 1 0,-1-1 0,1 1 0,0-1 0,-1 0 0,1 1 0,0-1 0,0 1 0,0 0 0,-1-1 0,1 1 0,0 0 0,0-1 0,0 1 0,0 0 0,0 0 0,0 0 0,0 0 0,0 0 0,36-4 0,-27 3 0,31-4 0,0 0 0,57-1 0,96-13 0,-192 20 0,0-1 0,0 0 0,0 0 0,0 0 0,0 0 0,0-1 0,0 1 0,0 0 0,0-1 0,0 1 0,0-1 0,0 0 0,0 0 0,0 0 0,-1 0 0,1 0 0,0 0 0,-1 0 0,1 0 0,-1-1 0,1 1 0,-1-1 0,1 1 0,1-4 0,-1 0 0,-1 0 0,1 0 0,-1 0 0,0-1 0,0 1 0,-1 0 0,0-10 0,1 3 0,6-63 0,0-30 0,-7 60 0,2 30 0,-1-1 0,-1 0 0,-1 0 0,0 0 0,-1 1 0,-1-1 0,0 1 0,-1-1 0,-1 1 0,0 0 0,-9-16 0,7 17-341,1 0 0,0 0-1,-5-20 1,8 22-6485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1:03:50.92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20,'105'-18,"-64"17,219 3,-203 6,-37-4,-1-1,26 0,52-5,106 4,-142 6,-35-4,46 1,1216-5,-1112 18,1412-18,-1412 18,19 0,-97-17,103-4,-135-5,-34 4,47-2,-6 8,100-3,-112-7,-36 3,48 0,120-13,-178 18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1:03:52.917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1,'724'0,"-565"18,1094-19,-1077 20,300-20,-335 19,36 0,-41-21,151 6,-227 5,-34-4,46 1,176 10,77-10,-174-8,-131 4,0 1,0 1,35 9,6 2,-31-11,-1-1,1-1,29-3,-23 0,45 4,-25 6,-36-4,0-1,24 0,239-4,-268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3:58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0 24575,'0'477'0,"-10"-400"0,1-31 0,7-35 0,-1 0 0,0 0 0,-1 0 0,-7 13 0,-4 11 0,-1 23 0,12-42 0,0 0 0,-1-1 0,-1 1 0,-12 21 0,6-12 0,1 0 0,1 0 0,1 1 0,1 0 0,-5 31 0,8-31 0,1-2 0,0 0 0,-9 24 0,5-20 0,1 1 0,2 1 0,-3 49 0,5-36 0,-2-14 0,-1-1 0,-1 0 0,-17 42 0,-1 8 0,-7 12 0,21-65 0,2 0 0,1 0 0,-6 36 0,11-42-455,-1 1 0,-9 26 0,9-35-6371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4:00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24575,'61'1'0,"91"12"0,45 5 0,-102-12 0,-63-5 0,0 2 0,-1 0 0,42 11 0,183 42 0,-121-33 0,-78-14 0,111 3 0,-147-11 0,0 1 0,0 1 0,31 9 0,-31-7 0,1 0 0,-1-2 0,29 2 0,90 13-1365,-125-18-5461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04:01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0 24575,'2'4'0,"0"-1"0,1 0 0,-1 0 0,1 0 0,-1 0 0,1 0 0,0 0 0,0-1 0,0 1 0,1-1 0,-1 0 0,5 2 0,6 6 0,43 31 0,-45-34 0,0 1 0,-1 0 0,0 0 0,-1 1 0,1 0 0,-2 1 0,1 0 0,8 14 0,-16-22 0,0 0 0,-1 1 0,1-1 0,-1 0 0,0 1 0,0-1 0,0 1 0,0 0 0,0-1 0,0 1 0,-1 0 0,0-1 0,1 1 0,-1 0 0,0 0 0,0-1 0,0 1 0,-1 0 0,1 0 0,-1-1 0,1 1 0,-1 0 0,0-1 0,0 1 0,0-1 0,0 1 0,-1-1 0,1 1 0,-1-1 0,1 0 0,-1 0 0,0 0 0,0 0 0,0 0 0,0 0 0,-3 2 0,-9 4 0,0 0 0,0-2 0,-1 0 0,0 0 0,-24 5 0,-29 12 0,-37 30-1365,95-48-5461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3:19.758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273 26,'-48'1,"19"0,1-1,-1-1,0-2,-28-6,15-1,31 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3:20.558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686 1,'-477'0,"464"1,0 0,0 2,0 0,1 0,-1 1,-17 8,16-6,-1-1,0 0,-28 4,29-7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3:21.12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20:03:29.282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618 21,'-52'-16,"28"13,1 2,0 0,-39 5,51-3,1 1,0 0,0 1,0 0,0 1,1 0,-1 0,1 1,0 0,-13 11,-5 4,17-13,0 1,0 1,0 0,1 0,-13 18,7-4,1 0,1 2,1-1,2 1,-12 41,9-18,3 1,2 0,-3 98,-7 30,1-1,-1-18,17-123,-1 0,-8 41,6-37,1 0,5 77,1-67,-5 56,-6-44,4-35,-2 46,6-64,2 25,1-35,3-21,24-123,11-50,-37 178,-1 0,1-31,3-17,-4 38,0 0,-3-35,0 39,0 0,2 0,7-39,-5 37,0 0,-2 0,-1-1,-4-41,1 30,4-44,15-23,-11 65,-1 2,2-61,2 16,-5 60,-2 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3:58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602 991 24575,'-141'18'0,"64"-16"0,-129-5 0,197 2 0,1 0 0,0-1 0,-1 0 0,1 0 0,0-1 0,0 0 0,0-1 0,1 1 0,-1-2 0,1 1 0,0-1 0,0 0 0,1 0 0,-1-1 0,1 0 0,0 0 0,1 0 0,-1-1 0,1 0 0,1 0 0,-1 0 0,1-1 0,0 0 0,1 1 0,0-1 0,0 0 0,1-1 0,0 1 0,0 0 0,1-1 0,-1-14 0,4-384 0,-2 393 0,1 0 0,0 0 0,1 0 0,0 0 0,1 0 0,1 1 0,0 0 0,1-1 0,0 1 0,1 1 0,0-1 0,12-15 0,-3 13 0,0 1 0,2 1 0,-1 0 0,2 1 0,-1 1 0,2 1 0,-1 1 0,1 0 0,23-6 0,20-10 0,0 4 0,112-24 0,-146 42 0,0 1 0,1 2 0,-1 0 0,0 2 0,0 2 0,-1 0 0,1 2 0,-1 1 0,0 1 0,42 18 0,-60-22 0,-1 0 0,1 0 0,-1 0 0,-1 1 0,1 1 0,-1-1 0,1 1 0,-2 0 0,1 1 0,-1 0 0,0 0 0,0 0 0,-1 1 0,0-1 0,0 1 0,-1 0 0,0 1 0,0-1 0,-1 1 0,0 0 0,2 11 0,-1 4 0,-2 0 0,0 0 0,-1 0 0,-2 1 0,0-1 0,-10 46 0,7-45 0,0 1 0,-2-2 0,0 1 0,-2-1 0,-1 0 0,-1 0 0,-17 30 0,10-29 0,0-1 0,-1 0 0,-32 30 0,-39 34 0,30-44 93,26-22-1551,24-15-5368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4:13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24575,'14'210'0,"-12"-190"0,7 46 0,-5-37 0,3 51 0,-5-52 0,1 0 0,12 52 0,0-4 0,-1 5 0,-6-47 0,-3 1 0,3 62 0,-9 504 0,-1-578 0,-1 1 0,-1 0 0,-1-1 0,-11 34 0,-6 22 0,-2-5 0,17-57 0,1 0 0,-7 35 0,7-24 0,-1-1 0,-19 48 0,-7 21 0,26-70-341,-2-1 0,-1 1-1,-21 36 1,26-52-6485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4:14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4:17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24575,'1'0'0,"0"1"0,0-1 0,0 1 0,0 0 0,0-1 0,-1 1 0,1 0 0,0 0 0,0 0 0,-1 0 0,1 0 0,0 0 0,-1 0 0,1 0 0,-1 0 0,1 0 0,-1 0 0,0 0 0,1 0 0,-1 0 0,0 2 0,9 33 0,-7-25 0,4 26 0,-1 1 0,-2-1 0,-1 1 0,-2 0 0,-6 42 0,-3-29 0,6-42 0,1 1 0,0 0 0,1 0 0,0 0 0,0 0 0,2 14 0,-1-24 0,0 1 0,0-1 0,0 1 0,0-1 0,0 1 0,0-1 0,0 0 0,0 1 0,0-1 0,1 1 0,-1-1 0,0 0 0,0 1 0,0-1 0,1 1 0,-1-1 0,0 0 0,0 1 0,1-1 0,-1 0 0,0 1 0,1-1 0,-1 0 0,0 0 0,1 1 0,-1-1 0,0 0 0,1 0 0,-1 0 0,1 0 0,-1 1 0,0-1 0,1 0 0,-1 0 0,1 0 0,0 0 0,15-9 0,10-20 0,10-19 0,-25 35 0,-2 1 0,0-1 0,0-1 0,-1 1 0,-1-1 0,9-23 0,9-23 0,-18 47 0,-1-1 0,-1 0 0,7-24 0,-12 35 0,1 1 0,-1 0 0,1 0 0,-1-1 0,1 1 0,0 0 0,0 0 0,0 0 0,0 0 0,0 0 0,3-3 0,0 9 0,-2 17 0,-1 18 0,-3 139 0,-16-73 0,1-6 0,52-142 0,-33 39 0,117-175 0,-97 150 0,-3-2 0,18-34 0,11-19 0,9-36 0,-43 99-1365,-7 13-5461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4:17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4:22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24575,'0'3'0,"0"4"0,0 4 0,0 3 0,0 2 0,0 1 0,0 1 0,0 0 0,0 1 0,0-1 0,0-3-8191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4:23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4 24575,'-3'0'0,"-1"-3"0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4:25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0 24575,'-1'39'0,"-1"0"0,-9 46 0,10-79 0,0 0 0,-1-1 0,1 1 0,-1 0 0,0-1 0,-1 0 0,1 0 0,-6 8 0,7-12 0,0 1 0,0-1 0,0 0 0,0 0 0,0-1 0,0 1 0,-1 0 0,1 0 0,0-1 0,0 1 0,-1 0 0,1-1 0,0 1 0,-1-1 0,1 0 0,0 1 0,-1-1 0,1 0 0,-1 0 0,1 0 0,-1 0 0,1 0 0,0 0 0,-1 0 0,1-1 0,-1 1 0,1 0 0,0-1 0,-1 1 0,1-1 0,0 0 0,0 1 0,-1-1 0,1 0 0,0 0 0,0 0 0,0 1 0,0-1 0,0-1 0,0 1 0,0 0 0,-1-1 0,-6-8-1365,2-1-5461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7:07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 6080 24575,'-2'-6'0,"0"0"0,0 0 0,0 0 0,0 1 0,-1-1 0,0 1 0,0 0 0,-5-7 0,-7-13 0,-22-75 0,28 70 0,-27-56 0,5 4 0,5 10 0,15 40 0,1 0 0,2 0 0,2-1 0,0 0 0,-1-42 0,4 24 0,-9-61 0,-1 1 0,4 0 0,9-146 0,1 123 0,10 40 0,-4 47 0,11-77 0,0-53 0,-16 163 0,1-1 0,0 1 0,6-16 0,-5 18 0,0 0 0,-1 0 0,0-1 0,1-23 0,-1 0 0,1-1 0,2 1 0,18-63 0,41-81 0,-44 131 0,43-75 0,-50 101 0,1 0 0,2 2 0,0 0 0,1 1 0,23-20 0,93-76 0,-101 88 0,1 0 0,1 2 0,1 2 0,1 1 0,49-21 0,55-26 0,15-8 0,-141 71 0,7-4 0,0 1 0,45-13 0,34-11 0,-24 6 0,107-28 0,-162 50 0,1 2 0,31-3 0,-20 3 0,94-14 0,-19-8 0,-84 18 0,0 1 0,1 1 0,0 2 0,41-3 0,34-3 0,-43 3 0,-20 1 0,61-16 0,11-3 0,-79 20 0,0 0 0,1 1 0,32 1 0,95-15 0,-126 16 0,0-1 0,0-2 0,42-12 0,34-5 0,127-28 0,-141 27 0,-35 9 0,0-3 0,72-30 0,108-79 0,-132 66 0,56-38 0,-139 80 0,-1-1 0,0-1 0,-1 0 0,23-29 0,10-24 0,-33 42 0,0 1 0,36-34 0,-26 35 0,-23 22 0,0-1 0,-1 0 0,0-1 0,10-14 0,27-33 0,-35 45 0,-2 1 0,0-1 0,0-1 0,-1 0 0,0 0 0,-1-1 0,0 1 0,-1-2 0,8-25 0,-8 12 0,2 1 0,1 0 0,0 0 0,2 1 0,21-35 0,20-46 0,-34 68 0,31-51 0,-16 30 0,43-99 0,-73 151 0,36-77 0,-27 48 0,-11 28 0,2 0 0,-1 0 0,1 0 0,1 1 0,-1-1 0,1 1 0,0 0 0,10-11 0,78-88 0,-76 90 0,124-138 0,-133 145 0,1 1 0,0 1 0,0 0 0,14-9 0,19-18 0,-9-3 0,-25 28 0,1-1 0,1 1 0,-1 1 0,13-10 0,41-39 134,-15 11-1633,-38 40-5327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7:08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0 24575,'-32'2'0,"0"1"0,-57 14 0,12-3 0,36-3-1365,29-8-5461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7:08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24575,'2'3'0,"0"1"0,0-1 0,0 0 0,0 1 0,0-1 0,-1 1 0,0 0 0,0-1 0,0 1 0,0 0 0,0 0 0,0 7 0,-1 53 0,-1-40 0,2 7-341,1 1 0,2-1-1,13 51 1,-13-66-6485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7:46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24575,'50'0'0,"-1"2"0,51 9 0,-62-7 0,-1-1 0,73-5 0,-64 0 0,54 4 0,5 14 0,-73-9 0,1-2 0,44 2 0,67-9 0,118 4 0,-202 6 0,-34-4 0,46 1 0,-21-6 0,-21 0 0,1 1 0,-1 1 0,1 1 0,33 8 0,-38-6-10,0-1 0,1-1 0,-1-1 0,33-3 0,-1 1-1305,-43 1-5511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7:49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24575,'121'-9'0,"6"0"0,-89 9 0,-1-2 0,51-9 0,-8 6 89,-62 5-453,-1-1 1,0 0-1,30-6 1,-35 4-6463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7:55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 24575,'48'1'0,"-18"0"0,-1-1 0,1-2 0,52-8 0,-13 4 47,-60 7-176,-1-1 1,1-1 0,-1 1-1,1-1 1,0-1 0,-1 1-1,0-1 1,1-1 0,-1 0-1,8-3 1,-7 0-6698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9:38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0 24575,'-2'1'0,"1"0"0,0 0 0,-1 0 0,1 0 0,0 0 0,0 0 0,0 0 0,0 1 0,0-1 0,0 0 0,0 1 0,0-1 0,1 1 0,-1-1 0,0 0 0,1 1 0,-1 2 0,-10 29 0,9-21 0,0 1 0,0 0 0,1 0 0,1 0 0,0 0 0,1 0 0,1 0 0,0-1 0,0 1 0,1 0 0,1-1 0,0 0 0,1 0 0,0 0 0,1 0 0,0-1 0,1 0 0,12 17 0,17 29 0,-28-42 0,1 1 0,1-2 0,0 1 0,23 24 0,-25-34 0,-1 0 0,1 0 0,-1 0 0,1-1 0,1 0 0,-1 0 0,1-1 0,-1 0 0,1-1 0,0 0 0,16 2 0,-11-2 0,-1 0 0,0 2 0,-1-1 0,17 8 0,-26-10 1,-1 1 0,1 0 0,-1-1 0,0 1 0,1 0 0,-1 0 0,0 0 0,0 1 0,0-1 0,0 0 0,-1 1 0,1-1 0,-1 1 0,1-1 0,-1 1 0,0 0 0,1 3 0,7 53-53,-3-17-1279,-4-30-5495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9:40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24575,'4'1'0,"-1"1"0,1-1 0,-1 1 0,0 0 0,1 0 0,-1 0 0,0 1 0,0-1 0,0 1 0,-1-1 0,1 1 0,0 0 0,2 4 0,16 14 0,-2-6 0,-15-11 0,0-1 0,0 0 0,1 0 0,-1 0 0,1 0 0,-1-1 0,1 0 0,5 2 0,-8-4 0,1 0 0,-1 1 0,0-2 0,1 1 0,-1 0 0,1 0 0,-1-1 0,0 1 0,1-1 0,-1 0 0,0 0 0,0 0 0,0 0 0,1 0 0,-1 0 0,0 0 0,-1-1 0,1 1 0,0-1 0,0 1 0,3-5 0,4-4 19,-1-1 0,0 0-1,0 0 1,-1-1 0,8-16 0,-10 16-230,1 1-1,0 0 1,1 1 0,0-1 0,1 1 0,12-12 0,-12 15-6615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9:42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1 180 24575,'0'-6'0,"1"0"0,0 0 0,0 0 0,0 0 0,1 0 0,0 0 0,0 0 0,0 1 0,1-1 0,0 1 0,0 0 0,0 0 0,1 0 0,0 0 0,0 0 0,0 1 0,0 0 0,1-1 0,0 2 0,0-1 0,10-6 0,2 1 0,-1 1 0,1 0 0,1 1 0,0 1 0,34-7 0,-44 10 0,1 1 0,0 0 0,0 1 0,1 0 0,-1 1 0,0-1 0,0 2 0,0-1 0,0 2 0,0-1 0,0 1 0,0 0 0,0 1 0,0 0 0,-1 0 0,1 1 0,-1 0 0,0 1 0,0 0 0,-1 0 0,1 0 0,-1 1 0,12 12 0,-5-1 22,-1 0-1,0 0 1,18 35 0,3 5-1474,-28-48-5374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9:43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0 123 24575,'4'1'0,"0"1"0,-1-1 0,0 1 0,1 0 0,-1 0 0,0 0 0,0 1 0,0-1 0,0 1 0,0-1 0,-1 1 0,1 0 0,2 4 0,16 14 0,-6-10 0,-6-4 0,1 0 0,0 0 0,1-1 0,-1-1 0,14 6 0,-22-10 0,0 0 0,0-1 0,1 1 0,-1 0 0,0-1 0,0 0 0,1 1 0,-1-1 0,0 0 0,0 0 0,1 0 0,-1 0 0,0-1 0,0 1 0,1-1 0,-1 1 0,0-1 0,0 0 0,0 0 0,0 0 0,0 0 0,0 0 0,0 0 0,3-2 0,-2-1 0,0 0 0,0 0 0,0 0 0,0 0 0,-1-1 0,1 1 0,-1-1 0,-1 1 0,1-1 0,2-8 0,21-54 78,-18 51-439,0 0 1,-2 0-1,6-25 0,-8 28-6465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9:45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 1 24575,'-19'0'0,"0"0"0,0 1 0,-1 1 0,1 0 0,0 2 0,1 0 0,-20 8 0,22-6 0,-4 0 0,-1 2 0,2 0 0,-1 2 0,1 0 0,1 1 0,0 0 0,0 2 0,-27 25 0,2 6-1365,37-35-5461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09:46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24575,'-2'39'0,"1"-28"0,0 1 0,0-1 0,2 0 0,-1 0 0,1 0 0,5 21 0,-5-30 3,0 0 0,0-1 0,1 1-1,-1-1 1,0 1 0,1-1 0,-1 1-1,1-1 1,-1 1 0,1-1 0,0 0 0,-1 0-1,1 0 1,0 0 0,0 0 0,0-1-1,0 1 1,0 0 0,0-1 0,0 1 0,0-1-1,0 0 1,2 0 0,56-1-453,-43 0-532,-1 0-5844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0:10:02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24575,'1'-1'0,"-1"0"0,1 0 0,-1 0 0,1 0 0,-1 0 0,1 0 0,0 1 0,0-1 0,-1 0 0,1 0 0,0 1 0,0-1 0,0 0 0,0 1 0,0-1 0,0 1 0,0-1 0,0 1 0,0 0 0,0-1 0,0 1 0,0 0 0,0 0 0,0 0 0,0 0 0,0 0 0,1 0 0,37-3 0,-35 3 0,176-13 0,-113 7 0,1 3 0,68 5 0,-19 1 0,-65-2 0,73 12 0,-56-3 0,109 1 0,-2 8 0,-141-19 0,0 2 0,40 8 0,-42-6 0,1-2 0,63-4 0,-56 1 0,50 3 0,-39 6 0,19 2 0,88 7 0,-63-19 0,108 4 0,-148 6 0,-36-4 0,0-1 0,24 0 0,87-5 0,145 4 0,-208 5 0,-27-2 0,44 0 0,990-6 0,-563 2 0,-335-19 0,-75 20 0,113-4 0,-158-7 0,-38 6 0,1 0 0,25 0 0,590 3 0,-477-18 0,531 19 0,-531 17 0,478-19 0,-478-17 0,-97 20 0,-30-1 0,1 0 0,-1-2 0,1-2 0,35-7 0,-34 5 0,0 1 0,0 1 0,1 2 0,44 5 0,4-2 0,447-2 0,-388 19 0,54-2 0,-110-19 0,111 4 0,-139 6 0,-37-4 0,0-1 0,24 0 0,-9-3-1365,-19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8B259-2F7B-F670-3CB7-E1551904F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750BC1-BB40-3C7E-0566-E9309E942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235EF9-ACB2-A819-3ECD-B6FE60C3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BD8C57-2ED6-33AF-4F8C-BA85874C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6F2610-30D9-0755-7E88-DF386FFF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19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2A6D5-4A59-FF70-412A-9A1343D4D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D4B53-9132-8D98-9646-C9619C2FB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17821-1D18-D041-B7CC-7B7E7CF5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330931-D59B-E23A-C98C-790D1884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77CBE-92E9-5919-7CB2-3AA5171A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8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9E800-EAE4-5DC0-B328-001D57CC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A08C03-C2F0-4178-0ECD-6CE391F35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1209F2-8364-EC3D-5804-00A1A4C87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B4A924-FC5A-3574-2AD7-4FF0074E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783066-A575-B037-97B5-7E1849CDE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69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0F249-9DD3-04C3-903E-3ADECA61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D3287D-C5B4-AF6E-091D-3E3BF17DA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AD239E-1BD7-076F-93E0-02717F512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177CB8-FA93-90CE-C9FE-D09A4DD2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A8A385-BE97-B523-939C-04A5FB0D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FE1826-1D08-8D23-3D58-A6A88648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35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19382-CBB9-6A75-8510-E508EB74A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13AF48-2A29-67E2-11BA-1CE16FB1E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4F64BF-4D06-5E28-C11F-C3D0C27F0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C6A2C7-8B17-DBCE-E274-FF4B41834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14C254-6349-07B3-566B-D73E224B7F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176442-6551-DAB6-3D73-18A10FA0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725AD3-A5EE-CE1F-E44D-C7286610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E0DE86-AEBF-F44D-41D4-95A37186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35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C4394-3C1C-9EE7-884B-84958A49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C6105F-93A1-DC5D-EBCC-277C47EB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2BC4E4-5391-B33E-A45D-F8E26C5B1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DDD484-B38D-A65C-AE14-92A77924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972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45A783-66D3-3FA8-CD22-EE35E4C2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BB9FC6-6081-09C0-8B87-43AB8DE6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E378C6-9F47-9386-2DF6-B11EBA01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62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302FE-DDBF-3A6D-982F-430DFA5E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5E36C3-DA8A-12CE-E59D-5700F7A8A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22333D-7D77-2528-12A5-EE938DBAE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688F74-6A93-3A68-550C-FE48175B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C65A3A-6CA5-C9D8-23EE-779DAC51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D2180A-F58D-4D7A-279A-19C9AB53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053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F8E42-E39A-5558-0DB3-3EE390FF3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389A15-A507-6AAD-C553-64D6730EF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C5DB01-3976-55B9-5AC4-526B6F4F0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13DF85-91C2-649B-0E92-DFEC772D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D817FE-E16A-E126-62AA-8C07B106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363653-B056-8A7A-66A7-2ABF40D6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89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F3349-33FD-2CD3-3C7B-220B82FF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8F73B9-90BD-C54B-5673-C2005A332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1CB41A-E6B2-1B29-924A-4EDDBED2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58A49-2ED1-778D-100A-A149A5E2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FD109E-7298-C31F-41C8-3948CA3CD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0CE910-5F8C-7AF5-2AD5-051C57E82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164FCA-B4BB-6808-12E4-88A1B5CCE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6F85B-6E01-7B67-DF7C-F80277B4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67892-3125-7E0C-B435-90E2BCC3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5DF8D-895D-876A-74F3-2C14857E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14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445812-7022-AC7C-6DB1-F355AEBDB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91AAC7-A3C5-501A-7D6B-8C27E7578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F20842-6011-DE2C-E1D3-C16181365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815FA-5BEB-49A9-A6E9-A8344C91E19A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186A54-3530-8012-8E67-027F5E25D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730692-E888-3AEE-C8AD-5AD2B137D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38D3D9-60FF-4ACC-B2BF-1F3DAEACD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90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png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7" Type="http://schemas.openxmlformats.org/officeDocument/2006/relationships/customXml" Target="../ink/ink3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66" Type="http://schemas.openxmlformats.org/officeDocument/2006/relationships/image" Target="../media/image33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56" Type="http://schemas.openxmlformats.org/officeDocument/2006/relationships/image" Target="../media/image28.png"/><Relationship Id="rId64" Type="http://schemas.openxmlformats.org/officeDocument/2006/relationships/image" Target="../media/image32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59" Type="http://schemas.openxmlformats.org/officeDocument/2006/relationships/customXml" Target="../ink/ink29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54" Type="http://schemas.openxmlformats.org/officeDocument/2006/relationships/image" Target="../media/image27.png"/><Relationship Id="rId6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customXml" Target="../ink/ink38.xml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12" Type="http://schemas.openxmlformats.org/officeDocument/2006/relationships/image" Target="../media/image3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customXml" Target="../ink/ink37.xml"/><Relationship Id="rId5" Type="http://schemas.openxmlformats.org/officeDocument/2006/relationships/customXml" Target="../ink/ink34.xml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customXml" Target="../ink/ink36.xml"/><Relationship Id="rId1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3.png"/><Relationship Id="rId21" Type="http://schemas.openxmlformats.org/officeDocument/2006/relationships/customXml" Target="../ink/ink48.xml"/><Relationship Id="rId42" Type="http://schemas.openxmlformats.org/officeDocument/2006/relationships/image" Target="../media/image61.png"/><Relationship Id="rId47" Type="http://schemas.openxmlformats.org/officeDocument/2006/relationships/customXml" Target="../ink/ink61.xml"/><Relationship Id="rId63" Type="http://schemas.openxmlformats.org/officeDocument/2006/relationships/customXml" Target="../ink/ink69.xml"/><Relationship Id="rId68" Type="http://schemas.openxmlformats.org/officeDocument/2006/relationships/customXml" Target="../ink/ink72.xml"/><Relationship Id="rId7" Type="http://schemas.openxmlformats.org/officeDocument/2006/relationships/customXml" Target="../ink/ink41.xml"/><Relationship Id="rId2" Type="http://schemas.openxmlformats.org/officeDocument/2006/relationships/image" Target="../media/image41.jpeg"/><Relationship Id="rId16" Type="http://schemas.openxmlformats.org/officeDocument/2006/relationships/image" Target="../media/image48.png"/><Relationship Id="rId29" Type="http://schemas.openxmlformats.org/officeDocument/2006/relationships/customXml" Target="../ink/ink52.xml"/><Relationship Id="rId11" Type="http://schemas.openxmlformats.org/officeDocument/2006/relationships/customXml" Target="../ink/ink43.xml"/><Relationship Id="rId24" Type="http://schemas.openxmlformats.org/officeDocument/2006/relationships/image" Target="../media/image52.png"/><Relationship Id="rId32" Type="http://schemas.openxmlformats.org/officeDocument/2006/relationships/image" Target="../media/image56.png"/><Relationship Id="rId37" Type="http://schemas.openxmlformats.org/officeDocument/2006/relationships/customXml" Target="../ink/ink56.xml"/><Relationship Id="rId40" Type="http://schemas.openxmlformats.org/officeDocument/2006/relationships/image" Target="../media/image60.png"/><Relationship Id="rId45" Type="http://schemas.openxmlformats.org/officeDocument/2006/relationships/customXml" Target="../ink/ink60.xml"/><Relationship Id="rId53" Type="http://schemas.openxmlformats.org/officeDocument/2006/relationships/image" Target="../media/image67.png"/><Relationship Id="rId58" Type="http://schemas.openxmlformats.org/officeDocument/2006/relationships/customXml" Target="../ink/ink66.xml"/><Relationship Id="rId66" Type="http://schemas.openxmlformats.org/officeDocument/2006/relationships/customXml" Target="../ink/ink71.xml"/><Relationship Id="rId5" Type="http://schemas.openxmlformats.org/officeDocument/2006/relationships/customXml" Target="../ink/ink40.xml"/><Relationship Id="rId61" Type="http://schemas.openxmlformats.org/officeDocument/2006/relationships/image" Target="../media/image71.png"/><Relationship Id="rId19" Type="http://schemas.openxmlformats.org/officeDocument/2006/relationships/customXml" Target="../ink/ink47.xml"/><Relationship Id="rId14" Type="http://schemas.openxmlformats.org/officeDocument/2006/relationships/image" Target="../media/image47.png"/><Relationship Id="rId22" Type="http://schemas.openxmlformats.org/officeDocument/2006/relationships/image" Target="../media/image51.png"/><Relationship Id="rId27" Type="http://schemas.openxmlformats.org/officeDocument/2006/relationships/customXml" Target="../ink/ink51.xml"/><Relationship Id="rId30" Type="http://schemas.openxmlformats.org/officeDocument/2006/relationships/image" Target="../media/image55.png"/><Relationship Id="rId35" Type="http://schemas.openxmlformats.org/officeDocument/2006/relationships/customXml" Target="../ink/ink55.xml"/><Relationship Id="rId43" Type="http://schemas.openxmlformats.org/officeDocument/2006/relationships/customXml" Target="../ink/ink59.xml"/><Relationship Id="rId48" Type="http://schemas.openxmlformats.org/officeDocument/2006/relationships/image" Target="../media/image64.png"/><Relationship Id="rId56" Type="http://schemas.openxmlformats.org/officeDocument/2006/relationships/customXml" Target="../ink/ink65.xml"/><Relationship Id="rId64" Type="http://schemas.openxmlformats.org/officeDocument/2006/relationships/customXml" Target="../ink/ink70.xml"/><Relationship Id="rId69" Type="http://schemas.openxmlformats.org/officeDocument/2006/relationships/image" Target="../media/image74.png"/><Relationship Id="rId8" Type="http://schemas.openxmlformats.org/officeDocument/2006/relationships/image" Target="../media/image44.png"/><Relationship Id="rId51" Type="http://schemas.openxmlformats.org/officeDocument/2006/relationships/image" Target="../media/image66.png"/><Relationship Id="rId3" Type="http://schemas.openxmlformats.org/officeDocument/2006/relationships/customXml" Target="../ink/ink39.xml"/><Relationship Id="rId12" Type="http://schemas.openxmlformats.org/officeDocument/2006/relationships/image" Target="../media/image46.png"/><Relationship Id="rId17" Type="http://schemas.openxmlformats.org/officeDocument/2006/relationships/customXml" Target="../ink/ink46.xml"/><Relationship Id="rId25" Type="http://schemas.openxmlformats.org/officeDocument/2006/relationships/customXml" Target="../ink/ink50.xml"/><Relationship Id="rId33" Type="http://schemas.openxmlformats.org/officeDocument/2006/relationships/customXml" Target="../ink/ink54.xml"/><Relationship Id="rId38" Type="http://schemas.openxmlformats.org/officeDocument/2006/relationships/image" Target="../media/image59.png"/><Relationship Id="rId46" Type="http://schemas.openxmlformats.org/officeDocument/2006/relationships/image" Target="../media/image63.png"/><Relationship Id="rId59" Type="http://schemas.openxmlformats.org/officeDocument/2006/relationships/image" Target="../media/image70.png"/><Relationship Id="rId67" Type="http://schemas.openxmlformats.org/officeDocument/2006/relationships/image" Target="../media/image73.png"/><Relationship Id="rId20" Type="http://schemas.openxmlformats.org/officeDocument/2006/relationships/image" Target="../media/image50.png"/><Relationship Id="rId41" Type="http://schemas.openxmlformats.org/officeDocument/2006/relationships/customXml" Target="../ink/ink58.xml"/><Relationship Id="rId54" Type="http://schemas.openxmlformats.org/officeDocument/2006/relationships/customXml" Target="../ink/ink64.xml"/><Relationship Id="rId62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5" Type="http://schemas.openxmlformats.org/officeDocument/2006/relationships/customXml" Target="../ink/ink45.xml"/><Relationship Id="rId23" Type="http://schemas.openxmlformats.org/officeDocument/2006/relationships/customXml" Target="../ink/ink49.xml"/><Relationship Id="rId28" Type="http://schemas.openxmlformats.org/officeDocument/2006/relationships/image" Target="../media/image54.png"/><Relationship Id="rId36" Type="http://schemas.openxmlformats.org/officeDocument/2006/relationships/image" Target="../media/image58.png"/><Relationship Id="rId49" Type="http://schemas.openxmlformats.org/officeDocument/2006/relationships/customXml" Target="../ink/ink62.xml"/><Relationship Id="rId57" Type="http://schemas.openxmlformats.org/officeDocument/2006/relationships/image" Target="../media/image69.png"/><Relationship Id="rId10" Type="http://schemas.openxmlformats.org/officeDocument/2006/relationships/image" Target="../media/image45.png"/><Relationship Id="rId31" Type="http://schemas.openxmlformats.org/officeDocument/2006/relationships/customXml" Target="../ink/ink53.xml"/><Relationship Id="rId44" Type="http://schemas.openxmlformats.org/officeDocument/2006/relationships/image" Target="../media/image62.png"/><Relationship Id="rId52" Type="http://schemas.openxmlformats.org/officeDocument/2006/relationships/customXml" Target="../ink/ink63.xml"/><Relationship Id="rId60" Type="http://schemas.openxmlformats.org/officeDocument/2006/relationships/customXml" Target="../ink/ink67.xml"/><Relationship Id="rId65" Type="http://schemas.openxmlformats.org/officeDocument/2006/relationships/image" Target="../media/image72.png"/><Relationship Id="rId4" Type="http://schemas.openxmlformats.org/officeDocument/2006/relationships/image" Target="../media/image42.png"/><Relationship Id="rId9" Type="http://schemas.openxmlformats.org/officeDocument/2006/relationships/customXml" Target="../ink/ink42.xml"/><Relationship Id="rId13" Type="http://schemas.openxmlformats.org/officeDocument/2006/relationships/customXml" Target="../ink/ink44.xml"/><Relationship Id="rId18" Type="http://schemas.openxmlformats.org/officeDocument/2006/relationships/image" Target="../media/image49.png"/><Relationship Id="rId39" Type="http://schemas.openxmlformats.org/officeDocument/2006/relationships/customXml" Target="../ink/ink57.xml"/><Relationship Id="rId34" Type="http://schemas.openxmlformats.org/officeDocument/2006/relationships/image" Target="../media/image57.png"/><Relationship Id="rId50" Type="http://schemas.openxmlformats.org/officeDocument/2006/relationships/image" Target="../media/image65.png"/><Relationship Id="rId55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4.xml"/><Relationship Id="rId21" Type="http://schemas.openxmlformats.org/officeDocument/2006/relationships/image" Target="../media/image84.png"/><Relationship Id="rId42" Type="http://schemas.openxmlformats.org/officeDocument/2006/relationships/image" Target="../media/image95.png"/><Relationship Id="rId47" Type="http://schemas.openxmlformats.org/officeDocument/2006/relationships/customXml" Target="../ink/ink94.xml"/><Relationship Id="rId63" Type="http://schemas.openxmlformats.org/officeDocument/2006/relationships/image" Target="../media/image105.png"/><Relationship Id="rId68" Type="http://schemas.openxmlformats.org/officeDocument/2006/relationships/customXml" Target="../ink/ink105.xml"/><Relationship Id="rId2" Type="http://schemas.openxmlformats.org/officeDocument/2006/relationships/image" Target="../media/image75.jpeg"/><Relationship Id="rId16" Type="http://schemas.openxmlformats.org/officeDocument/2006/relationships/image" Target="../media/image81.png"/><Relationship Id="rId29" Type="http://schemas.openxmlformats.org/officeDocument/2006/relationships/image" Target="../media/image88.png"/><Relationship Id="rId11" Type="http://schemas.openxmlformats.org/officeDocument/2006/relationships/customXml" Target="../ink/ink77.xml"/><Relationship Id="rId24" Type="http://schemas.openxmlformats.org/officeDocument/2006/relationships/customXml" Target="../ink/ink83.xml"/><Relationship Id="rId32" Type="http://schemas.openxmlformats.org/officeDocument/2006/relationships/customXml" Target="../ink/ink87.xml"/><Relationship Id="rId37" Type="http://schemas.openxmlformats.org/officeDocument/2006/relationships/customXml" Target="../ink/ink89.xml"/><Relationship Id="rId40" Type="http://schemas.openxmlformats.org/officeDocument/2006/relationships/image" Target="../media/image94.png"/><Relationship Id="rId45" Type="http://schemas.openxmlformats.org/officeDocument/2006/relationships/customXml" Target="../ink/ink93.xml"/><Relationship Id="rId53" Type="http://schemas.openxmlformats.org/officeDocument/2006/relationships/customXml" Target="../ink/ink97.xml"/><Relationship Id="rId58" Type="http://schemas.openxmlformats.org/officeDocument/2006/relationships/customXml" Target="../ink/ink100.xml"/><Relationship Id="rId66" Type="http://schemas.openxmlformats.org/officeDocument/2006/relationships/customXml" Target="../ink/ink104.xml"/><Relationship Id="rId5" Type="http://schemas.openxmlformats.org/officeDocument/2006/relationships/customXml" Target="../ink/ink74.xml"/><Relationship Id="rId61" Type="http://schemas.openxmlformats.org/officeDocument/2006/relationships/image" Target="../media/image104.png"/><Relationship Id="rId19" Type="http://schemas.openxmlformats.org/officeDocument/2006/relationships/image" Target="../media/image83.png"/><Relationship Id="rId14" Type="http://schemas.openxmlformats.org/officeDocument/2006/relationships/image" Target="../media/image80.png"/><Relationship Id="rId22" Type="http://schemas.openxmlformats.org/officeDocument/2006/relationships/customXml" Target="../ink/ink82.xml"/><Relationship Id="rId27" Type="http://schemas.openxmlformats.org/officeDocument/2006/relationships/image" Target="../media/image87.png"/><Relationship Id="rId30" Type="http://schemas.openxmlformats.org/officeDocument/2006/relationships/customXml" Target="../ink/ink86.xml"/><Relationship Id="rId35" Type="http://schemas.openxmlformats.org/officeDocument/2006/relationships/customXml" Target="../ink/ink88.xml"/><Relationship Id="rId43" Type="http://schemas.openxmlformats.org/officeDocument/2006/relationships/customXml" Target="../ink/ink92.xml"/><Relationship Id="rId48" Type="http://schemas.openxmlformats.org/officeDocument/2006/relationships/image" Target="../media/image98.png"/><Relationship Id="rId56" Type="http://schemas.openxmlformats.org/officeDocument/2006/relationships/customXml" Target="../ink/ink99.xml"/><Relationship Id="rId64" Type="http://schemas.openxmlformats.org/officeDocument/2006/relationships/customXml" Target="../ink/ink103.xml"/><Relationship Id="rId69" Type="http://schemas.openxmlformats.org/officeDocument/2006/relationships/image" Target="../media/image108.png"/><Relationship Id="rId8" Type="http://schemas.openxmlformats.org/officeDocument/2006/relationships/image" Target="../media/image77.png"/><Relationship Id="rId51" Type="http://schemas.openxmlformats.org/officeDocument/2006/relationships/customXml" Target="../ink/ink96.xml"/><Relationship Id="rId72" Type="http://schemas.openxmlformats.org/officeDocument/2006/relationships/customXml" Target="../ink/ink107.xml"/><Relationship Id="rId3" Type="http://schemas.openxmlformats.org/officeDocument/2006/relationships/customXml" Target="../ink/ink73.xml"/><Relationship Id="rId12" Type="http://schemas.openxmlformats.org/officeDocument/2006/relationships/image" Target="../media/image79.png"/><Relationship Id="rId17" Type="http://schemas.openxmlformats.org/officeDocument/2006/relationships/image" Target="../media/image82.jpeg"/><Relationship Id="rId25" Type="http://schemas.openxmlformats.org/officeDocument/2006/relationships/image" Target="../media/image86.png"/><Relationship Id="rId33" Type="http://schemas.openxmlformats.org/officeDocument/2006/relationships/image" Target="../media/image90.png"/><Relationship Id="rId38" Type="http://schemas.openxmlformats.org/officeDocument/2006/relationships/image" Target="../media/image93.png"/><Relationship Id="rId46" Type="http://schemas.openxmlformats.org/officeDocument/2006/relationships/image" Target="../media/image97.png"/><Relationship Id="rId59" Type="http://schemas.openxmlformats.org/officeDocument/2006/relationships/image" Target="../media/image103.png"/><Relationship Id="rId67" Type="http://schemas.openxmlformats.org/officeDocument/2006/relationships/image" Target="../media/image107.png"/><Relationship Id="rId20" Type="http://schemas.openxmlformats.org/officeDocument/2006/relationships/customXml" Target="../ink/ink81.xml"/><Relationship Id="rId41" Type="http://schemas.openxmlformats.org/officeDocument/2006/relationships/customXml" Target="../ink/ink91.xml"/><Relationship Id="rId54" Type="http://schemas.openxmlformats.org/officeDocument/2006/relationships/image" Target="../media/image101.png"/><Relationship Id="rId62" Type="http://schemas.openxmlformats.org/officeDocument/2006/relationships/customXml" Target="../ink/ink102.xml"/><Relationship Id="rId70" Type="http://schemas.openxmlformats.org/officeDocument/2006/relationships/customXml" Target="../ink/ink1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5" Type="http://schemas.openxmlformats.org/officeDocument/2006/relationships/customXml" Target="../ink/ink79.xml"/><Relationship Id="rId23" Type="http://schemas.openxmlformats.org/officeDocument/2006/relationships/image" Target="../media/image85.png"/><Relationship Id="rId28" Type="http://schemas.openxmlformats.org/officeDocument/2006/relationships/customXml" Target="../ink/ink85.xml"/><Relationship Id="rId36" Type="http://schemas.openxmlformats.org/officeDocument/2006/relationships/image" Target="../media/image92.png"/><Relationship Id="rId49" Type="http://schemas.openxmlformats.org/officeDocument/2006/relationships/customXml" Target="../ink/ink95.xml"/><Relationship Id="rId57" Type="http://schemas.openxmlformats.org/officeDocument/2006/relationships/image" Target="../media/image102.png"/><Relationship Id="rId10" Type="http://schemas.openxmlformats.org/officeDocument/2006/relationships/image" Target="../media/image78.png"/><Relationship Id="rId31" Type="http://schemas.openxmlformats.org/officeDocument/2006/relationships/image" Target="../media/image89.png"/><Relationship Id="rId44" Type="http://schemas.openxmlformats.org/officeDocument/2006/relationships/image" Target="../media/image96.png"/><Relationship Id="rId52" Type="http://schemas.openxmlformats.org/officeDocument/2006/relationships/image" Target="../media/image100.png"/><Relationship Id="rId60" Type="http://schemas.openxmlformats.org/officeDocument/2006/relationships/customXml" Target="../ink/ink101.xml"/><Relationship Id="rId65" Type="http://schemas.openxmlformats.org/officeDocument/2006/relationships/image" Target="../media/image106.png"/><Relationship Id="rId73" Type="http://schemas.openxmlformats.org/officeDocument/2006/relationships/image" Target="../media/image110.png"/><Relationship Id="rId4" Type="http://schemas.openxmlformats.org/officeDocument/2006/relationships/image" Target="../media/image67.png"/><Relationship Id="rId9" Type="http://schemas.openxmlformats.org/officeDocument/2006/relationships/customXml" Target="../ink/ink76.xml"/><Relationship Id="rId13" Type="http://schemas.openxmlformats.org/officeDocument/2006/relationships/customXml" Target="../ink/ink78.xml"/><Relationship Id="rId18" Type="http://schemas.openxmlformats.org/officeDocument/2006/relationships/customXml" Target="../ink/ink80.xml"/><Relationship Id="rId39" Type="http://schemas.openxmlformats.org/officeDocument/2006/relationships/customXml" Target="../ink/ink90.xml"/><Relationship Id="rId34" Type="http://schemas.openxmlformats.org/officeDocument/2006/relationships/image" Target="../media/image91.jpeg"/><Relationship Id="rId50" Type="http://schemas.openxmlformats.org/officeDocument/2006/relationships/image" Target="../media/image99.png"/><Relationship Id="rId55" Type="http://schemas.openxmlformats.org/officeDocument/2006/relationships/customXml" Target="../ink/ink98.xml"/><Relationship Id="rId7" Type="http://schemas.openxmlformats.org/officeDocument/2006/relationships/customXml" Target="../ink/ink75.xml"/><Relationship Id="rId71" Type="http://schemas.openxmlformats.org/officeDocument/2006/relationships/image" Target="../media/image10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3.xml"/><Relationship Id="rId18" Type="http://schemas.openxmlformats.org/officeDocument/2006/relationships/image" Target="../media/image118.png"/><Relationship Id="rId26" Type="http://schemas.openxmlformats.org/officeDocument/2006/relationships/customXml" Target="../ink/ink120.xml"/><Relationship Id="rId39" Type="http://schemas.openxmlformats.org/officeDocument/2006/relationships/image" Target="../media/image128.png"/><Relationship Id="rId21" Type="http://schemas.openxmlformats.org/officeDocument/2006/relationships/image" Target="../media/image119.png"/><Relationship Id="rId34" Type="http://schemas.openxmlformats.org/officeDocument/2006/relationships/customXml" Target="../ink/ink124.xml"/><Relationship Id="rId42" Type="http://schemas.openxmlformats.org/officeDocument/2006/relationships/customXml" Target="../ink/ink128.xml"/><Relationship Id="rId47" Type="http://schemas.openxmlformats.org/officeDocument/2006/relationships/image" Target="../media/image132.png"/><Relationship Id="rId50" Type="http://schemas.openxmlformats.org/officeDocument/2006/relationships/customXml" Target="../ink/ink132.xml"/><Relationship Id="rId7" Type="http://schemas.openxmlformats.org/officeDocument/2006/relationships/customXml" Target="../ink/ink110.xml"/><Relationship Id="rId2" Type="http://schemas.openxmlformats.org/officeDocument/2006/relationships/image" Target="../media/image111.jpeg"/><Relationship Id="rId16" Type="http://schemas.openxmlformats.org/officeDocument/2006/relationships/image" Target="../media/image67.png"/><Relationship Id="rId29" Type="http://schemas.openxmlformats.org/officeDocument/2006/relationships/image" Target="../media/image123.png"/><Relationship Id="rId11" Type="http://schemas.openxmlformats.org/officeDocument/2006/relationships/customXml" Target="../ink/ink112.xml"/><Relationship Id="rId24" Type="http://schemas.openxmlformats.org/officeDocument/2006/relationships/customXml" Target="../ink/ink119.xml"/><Relationship Id="rId32" Type="http://schemas.openxmlformats.org/officeDocument/2006/relationships/customXml" Target="../ink/ink123.xml"/><Relationship Id="rId37" Type="http://schemas.openxmlformats.org/officeDocument/2006/relationships/image" Target="../media/image127.png"/><Relationship Id="rId40" Type="http://schemas.openxmlformats.org/officeDocument/2006/relationships/customXml" Target="../ink/ink127.xml"/><Relationship Id="rId45" Type="http://schemas.openxmlformats.org/officeDocument/2006/relationships/image" Target="../media/image131.png"/><Relationship Id="rId5" Type="http://schemas.openxmlformats.org/officeDocument/2006/relationships/customXml" Target="../ink/ink109.xml"/><Relationship Id="rId15" Type="http://schemas.openxmlformats.org/officeDocument/2006/relationships/customXml" Target="../ink/ink114.xml"/><Relationship Id="rId23" Type="http://schemas.openxmlformats.org/officeDocument/2006/relationships/image" Target="../media/image120.png"/><Relationship Id="rId28" Type="http://schemas.openxmlformats.org/officeDocument/2006/relationships/customXml" Target="../ink/ink121.xml"/><Relationship Id="rId36" Type="http://schemas.openxmlformats.org/officeDocument/2006/relationships/customXml" Target="../ink/ink125.xml"/><Relationship Id="rId49" Type="http://schemas.openxmlformats.org/officeDocument/2006/relationships/image" Target="../media/image133.png"/><Relationship Id="rId10" Type="http://schemas.openxmlformats.org/officeDocument/2006/relationships/image" Target="../media/image115.png"/><Relationship Id="rId19" Type="http://schemas.openxmlformats.org/officeDocument/2006/relationships/customXml" Target="../ink/ink116.xml"/><Relationship Id="rId31" Type="http://schemas.openxmlformats.org/officeDocument/2006/relationships/image" Target="../media/image124.png"/><Relationship Id="rId44" Type="http://schemas.openxmlformats.org/officeDocument/2006/relationships/customXml" Target="../ink/ink129.xml"/><Relationship Id="rId4" Type="http://schemas.openxmlformats.org/officeDocument/2006/relationships/image" Target="../media/image112.png"/><Relationship Id="rId9" Type="http://schemas.openxmlformats.org/officeDocument/2006/relationships/customXml" Target="../ink/ink111.xml"/><Relationship Id="rId14" Type="http://schemas.openxmlformats.org/officeDocument/2006/relationships/image" Target="../media/image117.png"/><Relationship Id="rId22" Type="http://schemas.openxmlformats.org/officeDocument/2006/relationships/customXml" Target="../ink/ink118.xml"/><Relationship Id="rId27" Type="http://schemas.openxmlformats.org/officeDocument/2006/relationships/image" Target="../media/image122.png"/><Relationship Id="rId30" Type="http://schemas.openxmlformats.org/officeDocument/2006/relationships/customXml" Target="../ink/ink122.xml"/><Relationship Id="rId35" Type="http://schemas.openxmlformats.org/officeDocument/2006/relationships/image" Target="../media/image126.png"/><Relationship Id="rId43" Type="http://schemas.openxmlformats.org/officeDocument/2006/relationships/image" Target="../media/image130.png"/><Relationship Id="rId48" Type="http://schemas.openxmlformats.org/officeDocument/2006/relationships/customXml" Target="../ink/ink131.xml"/><Relationship Id="rId8" Type="http://schemas.openxmlformats.org/officeDocument/2006/relationships/image" Target="../media/image114.png"/><Relationship Id="rId51" Type="http://schemas.openxmlformats.org/officeDocument/2006/relationships/image" Target="../media/image134.png"/><Relationship Id="rId3" Type="http://schemas.openxmlformats.org/officeDocument/2006/relationships/customXml" Target="../ink/ink108.xml"/><Relationship Id="rId12" Type="http://schemas.openxmlformats.org/officeDocument/2006/relationships/image" Target="../media/image116.png"/><Relationship Id="rId17" Type="http://schemas.openxmlformats.org/officeDocument/2006/relationships/customXml" Target="../ink/ink115.xml"/><Relationship Id="rId25" Type="http://schemas.openxmlformats.org/officeDocument/2006/relationships/image" Target="../media/image121.png"/><Relationship Id="rId33" Type="http://schemas.openxmlformats.org/officeDocument/2006/relationships/image" Target="../media/image125.png"/><Relationship Id="rId38" Type="http://schemas.openxmlformats.org/officeDocument/2006/relationships/customXml" Target="../ink/ink126.xml"/><Relationship Id="rId46" Type="http://schemas.openxmlformats.org/officeDocument/2006/relationships/customXml" Target="../ink/ink130.xml"/><Relationship Id="rId20" Type="http://schemas.openxmlformats.org/officeDocument/2006/relationships/customXml" Target="../ink/ink117.xml"/><Relationship Id="rId41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D9BBB-A17F-5D53-8AC8-60E0EB5A3A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Learning 30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61E411-BD19-93BC-A9ED-463C4E7995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</a:p>
        </p:txBody>
      </p:sp>
    </p:spTree>
    <p:extLst>
      <p:ext uri="{BB962C8B-B14F-4D97-AF65-F5344CB8AC3E}">
        <p14:creationId xmlns:p14="http://schemas.microsoft.com/office/powerpoint/2010/main" val="197386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57295-29AC-D7A8-0746-CF56BB99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8550" y="365125"/>
            <a:ext cx="3308350" cy="6270625"/>
          </a:xfrm>
        </p:spPr>
        <p:txBody>
          <a:bodyPr>
            <a:normAutofit/>
          </a:bodyPr>
          <a:lstStyle/>
          <a:p>
            <a:r>
              <a:rPr lang="en-US" altLang="ko-KR" sz="1200" dirty="0"/>
              <a:t>     </a:t>
            </a:r>
            <a:endParaRPr lang="ko-KR" altLang="en-US" sz="1200" dirty="0"/>
          </a:p>
        </p:txBody>
      </p:sp>
      <p:pic>
        <p:nvPicPr>
          <p:cNvPr id="5" name="내용 개체 틀 4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FE8666-E2FA-75D5-2085-23F44562E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0" y="0"/>
            <a:ext cx="12192000" cy="68580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A53CD2A-9821-A9D4-D184-BF23D092B826}"/>
                  </a:ext>
                </a:extLst>
              </p14:cNvPr>
              <p14:cNvContentPartPr/>
              <p14:nvPr/>
            </p14:nvContentPartPr>
            <p14:xfrm>
              <a:off x="3105090" y="1465410"/>
              <a:ext cx="2873520" cy="338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A53CD2A-9821-A9D4-D184-BF23D092B8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6090" y="1456410"/>
                <a:ext cx="28911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94F1F4A-D076-1DB3-4757-EC8D7027CAE4}"/>
                  </a:ext>
                </a:extLst>
              </p14:cNvPr>
              <p14:cNvContentPartPr/>
              <p14:nvPr/>
            </p14:nvContentPartPr>
            <p14:xfrm>
              <a:off x="6921090" y="1434450"/>
              <a:ext cx="3577680" cy="2808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94F1F4A-D076-1DB3-4757-EC8D7027CA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12450" y="1425810"/>
                <a:ext cx="3595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465DDEF-BA15-19B3-8AD5-8D3CF3B94D9F}"/>
                  </a:ext>
                </a:extLst>
              </p14:cNvPr>
              <p14:cNvContentPartPr/>
              <p14:nvPr/>
            </p14:nvContentPartPr>
            <p14:xfrm>
              <a:off x="863370" y="1884090"/>
              <a:ext cx="1746000" cy="169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465DDEF-BA15-19B3-8AD5-8D3CF3B94D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4730" y="1875090"/>
                <a:ext cx="1763640" cy="345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0791983-3D8F-0D8C-8436-959ED46B3556}"/>
              </a:ext>
            </a:extLst>
          </p:cNvPr>
          <p:cNvSpPr txBox="1"/>
          <p:nvPr/>
        </p:nvSpPr>
        <p:spPr>
          <a:xfrm>
            <a:off x="4606925" y="1555750"/>
            <a:ext cx="576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1) long-term </a:t>
            </a:r>
            <a:r>
              <a:rPr lang="en-US" altLang="ko-KR" sz="1400" dirty="0" err="1">
                <a:solidFill>
                  <a:srgbClr val="FF0000"/>
                </a:solidFill>
              </a:rPr>
              <a:t>denpendency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rgbClr val="FF0000"/>
                </a:solidFill>
              </a:rPr>
              <a:t>해결 </a:t>
            </a:r>
            <a:r>
              <a:rPr lang="en-US" altLang="ko-KR" sz="1400" dirty="0">
                <a:solidFill>
                  <a:srgbClr val="FF0000"/>
                </a:solidFill>
              </a:rPr>
              <a:t>2) gradient </a:t>
            </a:r>
            <a:r>
              <a:rPr lang="ko-KR" altLang="en-US" sz="1400" dirty="0">
                <a:solidFill>
                  <a:srgbClr val="FF0000"/>
                </a:solidFill>
              </a:rPr>
              <a:t>문제해결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3D82C-7EA3-C1F6-6486-DD48D581B6A5}"/>
              </a:ext>
            </a:extLst>
          </p:cNvPr>
          <p:cNvSpPr txBox="1"/>
          <p:nvPr/>
        </p:nvSpPr>
        <p:spPr>
          <a:xfrm>
            <a:off x="7238999" y="761288"/>
            <a:ext cx="173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RNN</a:t>
            </a:r>
            <a:r>
              <a:rPr lang="ko-KR" altLang="en-US" sz="1200" dirty="0">
                <a:solidFill>
                  <a:srgbClr val="FF0000"/>
                </a:solidFill>
              </a:rPr>
              <a:t>의 대표적 모델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5B5F888-5C17-B114-0E27-22C97D43F940}"/>
              </a:ext>
            </a:extLst>
          </p:cNvPr>
          <p:cNvGrpSpPr/>
          <p:nvPr/>
        </p:nvGrpSpPr>
        <p:grpSpPr>
          <a:xfrm>
            <a:off x="9016290" y="6171690"/>
            <a:ext cx="1131120" cy="396360"/>
            <a:chOff x="9016290" y="6171690"/>
            <a:chExt cx="113112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368591A-E336-F6CE-EFED-7D4FCCD4C78E}"/>
                    </a:ext>
                  </a:extLst>
                </p14:cNvPr>
                <p14:cNvContentPartPr/>
                <p14:nvPr/>
              </p14:nvContentPartPr>
              <p14:xfrm>
                <a:off x="9016290" y="6171690"/>
                <a:ext cx="1125360" cy="3963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368591A-E336-F6CE-EFED-7D4FCCD4C7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07650" y="6163050"/>
                  <a:ext cx="11430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B3FE019-1D8E-14D0-09D2-8ADCD1C71960}"/>
                    </a:ext>
                  </a:extLst>
                </p14:cNvPr>
                <p14:cNvContentPartPr/>
                <p14:nvPr/>
              </p14:nvContentPartPr>
              <p14:xfrm>
                <a:off x="10052370" y="6432330"/>
                <a:ext cx="95040" cy="1080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B3FE019-1D8E-14D0-09D2-8ADCD1C719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43730" y="6423690"/>
                  <a:ext cx="11268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32EC1B10-048B-7E5E-BB24-62857FEF96A0}"/>
                  </a:ext>
                </a:extLst>
              </p14:cNvPr>
              <p14:cNvContentPartPr/>
              <p14:nvPr/>
            </p14:nvContentPartPr>
            <p14:xfrm>
              <a:off x="7008210" y="6183930"/>
              <a:ext cx="975960" cy="40320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32EC1B10-048B-7E5E-BB24-62857FEF96A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99570" y="6175290"/>
                <a:ext cx="99360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14A8468C-6D9B-A100-23C3-C27181D2D516}"/>
                  </a:ext>
                </a:extLst>
              </p14:cNvPr>
              <p14:cNvContentPartPr/>
              <p14:nvPr/>
            </p14:nvContentPartPr>
            <p14:xfrm>
              <a:off x="7601850" y="5412090"/>
              <a:ext cx="2088720" cy="77292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14A8468C-6D9B-A100-23C3-C27181D2D51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93210" y="5403450"/>
                <a:ext cx="2106360" cy="79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DFC3AF69-7105-FBC8-1657-BCBE461ECBED}"/>
              </a:ext>
            </a:extLst>
          </p:cNvPr>
          <p:cNvGrpSpPr/>
          <p:nvPr/>
        </p:nvGrpSpPr>
        <p:grpSpPr>
          <a:xfrm>
            <a:off x="9288090" y="5465370"/>
            <a:ext cx="662400" cy="732600"/>
            <a:chOff x="9288090" y="5465370"/>
            <a:chExt cx="662400" cy="73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EE4A476-4989-EE18-C034-724BEB402160}"/>
                    </a:ext>
                  </a:extLst>
                </p14:cNvPr>
                <p14:cNvContentPartPr/>
                <p14:nvPr/>
              </p14:nvContentPartPr>
              <p14:xfrm>
                <a:off x="9288090" y="5465370"/>
                <a:ext cx="662400" cy="6753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EE4A476-4989-EE18-C034-724BEB40216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279450" y="5456730"/>
                  <a:ext cx="68004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135359F1-D9F7-08FB-30F8-8EF6A152B294}"/>
                    </a:ext>
                  </a:extLst>
                </p14:cNvPr>
                <p14:cNvContentPartPr/>
                <p14:nvPr/>
              </p14:nvContentPartPr>
              <p14:xfrm>
                <a:off x="9803610" y="5854170"/>
                <a:ext cx="19080" cy="3438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135359F1-D9F7-08FB-30F8-8EF6A152B29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94610" y="5845170"/>
                  <a:ext cx="36720" cy="36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A3D9BC7A-6FDE-2A27-C9AE-0F266019AE37}"/>
                  </a:ext>
                </a:extLst>
              </p14:cNvPr>
              <p14:cNvContentPartPr/>
              <p14:nvPr/>
            </p14:nvContentPartPr>
            <p14:xfrm>
              <a:off x="9918450" y="5467170"/>
              <a:ext cx="38160" cy="6984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A3D9BC7A-6FDE-2A27-C9AE-0F266019AE3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909810" y="5458170"/>
                <a:ext cx="558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24FFB0CF-7A16-610F-E76E-5C4B965586C1}"/>
                  </a:ext>
                </a:extLst>
              </p14:cNvPr>
              <p14:cNvContentPartPr/>
              <p14:nvPr/>
            </p14:nvContentPartPr>
            <p14:xfrm>
              <a:off x="6254370" y="5027970"/>
              <a:ext cx="3149280" cy="3348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24FFB0CF-7A16-610F-E76E-5C4B965586C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236730" y="4992330"/>
                <a:ext cx="31849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FA3E9F3D-7966-6E93-688F-494CBF0CC483}"/>
                  </a:ext>
                </a:extLst>
              </p14:cNvPr>
              <p14:cNvContentPartPr/>
              <p14:nvPr/>
            </p14:nvContentPartPr>
            <p14:xfrm>
              <a:off x="6223410" y="5048130"/>
              <a:ext cx="3238560" cy="1621440"/>
            </p14:xfrm>
          </p:contentPart>
        </mc:Choice>
        <mc:Fallback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FA3E9F3D-7966-6E93-688F-494CBF0CC48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05770" y="5012130"/>
                <a:ext cx="3274200" cy="169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969DE509-AFFF-C2B8-B9CA-39DF7EB79DD0}"/>
                  </a:ext>
                </a:extLst>
              </p14:cNvPr>
              <p14:cNvContentPartPr/>
              <p14:nvPr/>
            </p14:nvContentPartPr>
            <p14:xfrm>
              <a:off x="6184530" y="5054250"/>
              <a:ext cx="45720" cy="1588680"/>
            </p14:xfrm>
          </p:contentPart>
        </mc:Choice>
        <mc:Fallback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969DE509-AFFF-C2B8-B9CA-39DF7EB79DD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166530" y="5018610"/>
                <a:ext cx="81360" cy="166032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E8DC18D5-C0E8-976E-20D0-91F4A0C817BF}"/>
              </a:ext>
            </a:extLst>
          </p:cNvPr>
          <p:cNvSpPr txBox="1"/>
          <p:nvPr/>
        </p:nvSpPr>
        <p:spPr>
          <a:xfrm>
            <a:off x="10221855" y="5293269"/>
            <a:ext cx="20266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빨강색 정보는 거리가 가까워 전달 잘됨</a:t>
            </a:r>
            <a:endParaRPr lang="en-US" altLang="ko-KR" sz="1400" dirty="0">
              <a:solidFill>
                <a:srgbClr val="FF0000"/>
              </a:solidFill>
            </a:endParaRPr>
          </a:p>
          <a:p>
            <a:endParaRPr lang="en-US" altLang="ko-KR" sz="1400" dirty="0">
              <a:solidFill>
                <a:schemeClr val="accent1"/>
              </a:solidFill>
            </a:endParaRPr>
          </a:p>
          <a:p>
            <a:r>
              <a:rPr lang="ko-KR" altLang="en-US" sz="1400" dirty="0" err="1">
                <a:solidFill>
                  <a:schemeClr val="accent1"/>
                </a:solidFill>
              </a:rPr>
              <a:t>파랑색</a:t>
            </a:r>
            <a:r>
              <a:rPr lang="ko-KR" altLang="en-US" sz="1400" dirty="0">
                <a:solidFill>
                  <a:schemeClr val="accent1"/>
                </a:solidFill>
              </a:rPr>
              <a:t> 정보는 거리가 멀어 전달 </a:t>
            </a:r>
            <a:r>
              <a:rPr lang="ko-KR" altLang="en-US" sz="1400" dirty="0" err="1">
                <a:solidFill>
                  <a:schemeClr val="accent1"/>
                </a:solidFill>
              </a:rPr>
              <a:t>힘듬</a:t>
            </a:r>
            <a:endParaRPr lang="ko-KR" altLang="en-US" sz="1400" dirty="0">
              <a:solidFill>
                <a:schemeClr val="accent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FA868B9-F9CB-F4C0-ACD1-A23E50BA7669}"/>
              </a:ext>
            </a:extLst>
          </p:cNvPr>
          <p:cNvGrpSpPr/>
          <p:nvPr/>
        </p:nvGrpSpPr>
        <p:grpSpPr>
          <a:xfrm>
            <a:off x="9901530" y="5461050"/>
            <a:ext cx="99000" cy="95760"/>
            <a:chOff x="9901530" y="5461050"/>
            <a:chExt cx="99000" cy="9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16E0C042-48B8-98D5-08A9-A91C44DFB0AA}"/>
                    </a:ext>
                  </a:extLst>
                </p14:cNvPr>
                <p14:cNvContentPartPr/>
                <p14:nvPr/>
              </p14:nvContentPartPr>
              <p14:xfrm>
                <a:off x="9956610" y="5461050"/>
                <a:ext cx="43920" cy="957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16E0C042-48B8-98D5-08A9-A91C44DFB0A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47610" y="5452050"/>
                  <a:ext cx="61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786E6028-3059-AAA6-2176-AF8C4429B035}"/>
                    </a:ext>
                  </a:extLst>
                </p14:cNvPr>
                <p14:cNvContentPartPr/>
                <p14:nvPr/>
              </p14:nvContentPartPr>
              <p14:xfrm>
                <a:off x="9901530" y="5473650"/>
                <a:ext cx="80640" cy="7164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786E6028-3059-AAA6-2176-AF8C4429B03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92890" y="5464650"/>
                  <a:ext cx="98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AAFDB17B-9650-D762-D297-EF1AC19F92BA}"/>
                    </a:ext>
                  </a:extLst>
                </p14:cNvPr>
                <p14:cNvContentPartPr/>
                <p14:nvPr/>
              </p14:nvContentPartPr>
              <p14:xfrm>
                <a:off x="9969210" y="5479770"/>
                <a:ext cx="25200" cy="3852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AAFDB17B-9650-D762-D297-EF1AC19F92B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960570" y="5471130"/>
                  <a:ext cx="4284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3A8AC35-FEC3-7963-2CF7-E8EBEC878B81}"/>
              </a:ext>
            </a:extLst>
          </p:cNvPr>
          <p:cNvGrpSpPr/>
          <p:nvPr/>
        </p:nvGrpSpPr>
        <p:grpSpPr>
          <a:xfrm>
            <a:off x="9308970" y="4794330"/>
            <a:ext cx="908640" cy="393840"/>
            <a:chOff x="9308970" y="4794330"/>
            <a:chExt cx="90864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5CE59538-1CAC-8EC7-7B68-40E2BDE7347E}"/>
                    </a:ext>
                  </a:extLst>
                </p14:cNvPr>
                <p14:cNvContentPartPr/>
                <p14:nvPr/>
              </p14:nvContentPartPr>
              <p14:xfrm>
                <a:off x="9308970" y="4823490"/>
                <a:ext cx="905040" cy="36468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5CE59538-1CAC-8EC7-7B68-40E2BDE7347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00330" y="4814490"/>
                  <a:ext cx="9226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EFAE14C8-0974-71FB-FD67-062D4B3BE3D0}"/>
                    </a:ext>
                  </a:extLst>
                </p14:cNvPr>
                <p14:cNvContentPartPr/>
                <p14:nvPr/>
              </p14:nvContentPartPr>
              <p14:xfrm>
                <a:off x="10103130" y="4794330"/>
                <a:ext cx="114120" cy="3816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EFAE14C8-0974-71FB-FD67-062D4B3BE3D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94490" y="4785330"/>
                  <a:ext cx="131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96FFC465-207A-6C00-274F-B1177FD2332A}"/>
                    </a:ext>
                  </a:extLst>
                </p14:cNvPr>
                <p14:cNvContentPartPr/>
                <p14:nvPr/>
              </p14:nvContentPartPr>
              <p14:xfrm>
                <a:off x="10197810" y="4794330"/>
                <a:ext cx="19800" cy="10116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96FFC465-207A-6C00-274F-B1177FD2332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89170" y="4785330"/>
                  <a:ext cx="37440" cy="11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6BB225D-4343-4238-15B2-60FD53634D51}"/>
              </a:ext>
            </a:extLst>
          </p:cNvPr>
          <p:cNvSpPr txBox="1"/>
          <p:nvPr/>
        </p:nvSpPr>
        <p:spPr>
          <a:xfrm>
            <a:off x="9969210" y="3997520"/>
            <a:ext cx="2330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ht-1</a:t>
            </a:r>
            <a:r>
              <a:rPr lang="ko-KR" altLang="en-US" sz="1200" dirty="0"/>
              <a:t>에</a:t>
            </a:r>
            <a:r>
              <a:rPr lang="en-US" altLang="ko-KR" sz="1200" dirty="0"/>
              <a:t> </a:t>
            </a:r>
            <a:r>
              <a:rPr lang="ko-KR" altLang="en-US" sz="1200" dirty="0"/>
              <a:t>정보 다 담김</a:t>
            </a:r>
            <a:endParaRPr lang="en-US" altLang="ko-KR" sz="1200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200" dirty="0"/>
              <a:t>ht-1</a:t>
            </a:r>
            <a:r>
              <a:rPr lang="ko-KR" altLang="en-US" sz="1200" dirty="0"/>
              <a:t>의 사이즈가 작으면 이전정보를 전부 </a:t>
            </a:r>
            <a:r>
              <a:rPr lang="ko-KR" altLang="en-US" sz="1200" dirty="0" err="1"/>
              <a:t>담기힘듬</a:t>
            </a:r>
            <a:endParaRPr lang="en-US" altLang="ko-KR" sz="1200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sz="1200" dirty="0"/>
              <a:t>그렇다고 </a:t>
            </a:r>
            <a:r>
              <a:rPr lang="en-US" altLang="ko-KR" sz="1200" dirty="0"/>
              <a:t>hidden state </a:t>
            </a:r>
            <a:r>
              <a:rPr lang="ko-KR" altLang="en-US" sz="1200" dirty="0"/>
              <a:t>벡터의 사이즈를 무작정 </a:t>
            </a:r>
            <a:r>
              <a:rPr lang="ko-KR" altLang="en-US" sz="1200" dirty="0" err="1"/>
              <a:t>키우는것도</a:t>
            </a:r>
            <a:r>
              <a:rPr lang="ko-KR" altLang="en-US" sz="1200" dirty="0"/>
              <a:t> 문제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2258AE25-2504-31A3-DFF9-C03ED05897F4}"/>
                  </a:ext>
                </a:extLst>
              </p14:cNvPr>
              <p14:cNvContentPartPr/>
              <p14:nvPr/>
            </p14:nvContentPartPr>
            <p14:xfrm>
              <a:off x="6781410" y="3123930"/>
              <a:ext cx="2648520" cy="25920"/>
            </p14:xfrm>
          </p:contentPart>
        </mc:Choice>
        <mc:Fallback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2258AE25-2504-31A3-DFF9-C03ED05897F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763410" y="3087930"/>
                <a:ext cx="26841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EEE871B1-EB5F-E7E9-B78A-43A9E6A7B56E}"/>
                  </a:ext>
                </a:extLst>
              </p14:cNvPr>
              <p14:cNvContentPartPr/>
              <p14:nvPr/>
            </p14:nvContentPartPr>
            <p14:xfrm>
              <a:off x="6959250" y="3873090"/>
              <a:ext cx="1422000" cy="19800"/>
            </p14:xfrm>
          </p:contentPart>
        </mc:Choice>
        <mc:Fallback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EEE871B1-EB5F-E7E9-B78A-43A9E6A7B56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941610" y="3837450"/>
                <a:ext cx="14576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DCBC3E4C-DF19-F700-8A94-3C38800CCCED}"/>
                  </a:ext>
                </a:extLst>
              </p14:cNvPr>
              <p14:cNvContentPartPr/>
              <p14:nvPr/>
            </p14:nvContentPartPr>
            <p14:xfrm>
              <a:off x="7524810" y="3270450"/>
              <a:ext cx="25920" cy="635040"/>
            </p14:xfrm>
          </p:contentPart>
        </mc:Choice>
        <mc:Fallback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DCBC3E4C-DF19-F700-8A94-3C38800CCCE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507170" y="3234450"/>
                <a:ext cx="61560" cy="7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07BB5315-E24B-4DE1-420F-79635FAC683A}"/>
                  </a:ext>
                </a:extLst>
              </p14:cNvPr>
              <p14:cNvContentPartPr/>
              <p14:nvPr/>
            </p14:nvContentPartPr>
            <p14:xfrm>
              <a:off x="7784730" y="3444690"/>
              <a:ext cx="276120" cy="416520"/>
            </p14:xfrm>
          </p:contentPart>
        </mc:Choice>
        <mc:Fallback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07BB5315-E24B-4DE1-420F-79635FAC683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766730" y="3408690"/>
                <a:ext cx="31176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79241030-B8FE-E06B-26A0-0EF60005A960}"/>
                  </a:ext>
                </a:extLst>
              </p14:cNvPr>
              <p14:cNvContentPartPr/>
              <p14:nvPr/>
            </p14:nvContentPartPr>
            <p14:xfrm>
              <a:off x="8076690" y="3282690"/>
              <a:ext cx="6840" cy="590400"/>
            </p14:xfrm>
          </p:contentPart>
        </mc:Choice>
        <mc:Fallback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79241030-B8FE-E06B-26A0-0EF60005A96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059050" y="3246690"/>
                <a:ext cx="42480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0C6119DC-9A46-08C9-6C2C-8C77445F0EEA}"/>
                  </a:ext>
                </a:extLst>
              </p14:cNvPr>
              <p14:cNvContentPartPr/>
              <p14:nvPr/>
            </p14:nvContentPartPr>
            <p14:xfrm>
              <a:off x="8381250" y="3497250"/>
              <a:ext cx="248040" cy="363600"/>
            </p14:xfrm>
          </p:contentPart>
        </mc:Choice>
        <mc:Fallback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0C6119DC-9A46-08C9-6C2C-8C77445F0EE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363250" y="3461250"/>
                <a:ext cx="28368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60" name="잉크 59">
                <a:extLst>
                  <a:ext uri="{FF2B5EF4-FFF2-40B4-BE49-F238E27FC236}">
                    <a16:creationId xmlns:a16="http://schemas.microsoft.com/office/drawing/2014/main" id="{9244AE1F-9422-BC72-2FD6-3A266E808CFD}"/>
                  </a:ext>
                </a:extLst>
              </p14:cNvPr>
              <p14:cNvContentPartPr/>
              <p14:nvPr/>
            </p14:nvContentPartPr>
            <p14:xfrm>
              <a:off x="8641890" y="3327330"/>
              <a:ext cx="501840" cy="570960"/>
            </p14:xfrm>
          </p:contentPart>
        </mc:Choice>
        <mc:Fallback>
          <p:pic>
            <p:nvPicPr>
              <p:cNvPr id="60" name="잉크 59">
                <a:extLst>
                  <a:ext uri="{FF2B5EF4-FFF2-40B4-BE49-F238E27FC236}">
                    <a16:creationId xmlns:a16="http://schemas.microsoft.com/office/drawing/2014/main" id="{9244AE1F-9422-BC72-2FD6-3A266E808CF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623890" y="3291330"/>
                <a:ext cx="53748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E6BFB90A-6171-40C6-2A13-1D8E264A49DA}"/>
                  </a:ext>
                </a:extLst>
              </p14:cNvPr>
              <p14:cNvContentPartPr/>
              <p14:nvPr/>
            </p14:nvContentPartPr>
            <p14:xfrm>
              <a:off x="8826210" y="2813610"/>
              <a:ext cx="64080" cy="1054080"/>
            </p14:xfrm>
          </p:contentPart>
        </mc:Choice>
        <mc:Fallback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E6BFB90A-6171-40C6-2A13-1D8E264A49D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808210" y="2777610"/>
                <a:ext cx="99720" cy="11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그룹 63">
            <a:extLst>
              <a:ext uri="{FF2B5EF4-FFF2-40B4-BE49-F238E27FC236}">
                <a16:creationId xmlns:a16="http://schemas.microsoft.com/office/drawing/2014/main" id="{1F49C5A0-B7FC-9030-9142-EC9583D14A50}"/>
              </a:ext>
            </a:extLst>
          </p:cNvPr>
          <p:cNvGrpSpPr/>
          <p:nvPr/>
        </p:nvGrpSpPr>
        <p:grpSpPr>
          <a:xfrm>
            <a:off x="5980410" y="3905130"/>
            <a:ext cx="991800" cy="341640"/>
            <a:chOff x="5980410" y="3905130"/>
            <a:chExt cx="99180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EA8B2C02-6D96-971B-5C03-42F73A6882F4}"/>
                    </a:ext>
                  </a:extLst>
                </p14:cNvPr>
                <p14:cNvContentPartPr/>
                <p14:nvPr/>
              </p14:nvContentPartPr>
              <p14:xfrm>
                <a:off x="6030450" y="3905130"/>
                <a:ext cx="941760" cy="29664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EA8B2C02-6D96-971B-5C03-42F73A6882F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21810" y="3896130"/>
                  <a:ext cx="9594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7795CB7C-39DD-0FCB-AB45-C1F00C622C1F}"/>
                    </a:ext>
                  </a:extLst>
                </p14:cNvPr>
                <p14:cNvContentPartPr/>
                <p14:nvPr/>
              </p14:nvContentPartPr>
              <p14:xfrm>
                <a:off x="5980410" y="4070010"/>
                <a:ext cx="134280" cy="1767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7795CB7C-39DD-0FCB-AB45-C1F00C622C1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71410" y="4061370"/>
                  <a:ext cx="15192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AAB09973-E68A-A6B1-457A-76E89178AEF1}"/>
              </a:ext>
            </a:extLst>
          </p:cNvPr>
          <p:cNvGrpSpPr/>
          <p:nvPr/>
        </p:nvGrpSpPr>
        <p:grpSpPr>
          <a:xfrm>
            <a:off x="6273810" y="2609850"/>
            <a:ext cx="540360" cy="476640"/>
            <a:chOff x="6273810" y="2609850"/>
            <a:chExt cx="54036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6B0B938D-B5F6-D293-02A0-E0F416853141}"/>
                    </a:ext>
                  </a:extLst>
                </p14:cNvPr>
                <p14:cNvContentPartPr/>
                <p14:nvPr/>
              </p14:nvContentPartPr>
              <p14:xfrm>
                <a:off x="6299730" y="2635410"/>
                <a:ext cx="514440" cy="45108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6B0B938D-B5F6-D293-02A0-E0F41685314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90730" y="2626410"/>
                  <a:ext cx="53208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6E34D286-12A1-9F40-BAF0-E884DAB71218}"/>
                    </a:ext>
                  </a:extLst>
                </p14:cNvPr>
                <p14:cNvContentPartPr/>
                <p14:nvPr/>
              </p14:nvContentPartPr>
              <p14:xfrm>
                <a:off x="6286050" y="2622450"/>
                <a:ext cx="32760" cy="10116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6E34D286-12A1-9F40-BAF0-E884DAB7121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277410" y="2613450"/>
                  <a:ext cx="50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E71FD3E6-03BA-940E-2708-700FE7035FA9}"/>
                    </a:ext>
                  </a:extLst>
                </p14:cNvPr>
                <p14:cNvContentPartPr/>
                <p14:nvPr/>
              </p14:nvContentPartPr>
              <p14:xfrm>
                <a:off x="6273810" y="2609850"/>
                <a:ext cx="151560" cy="2376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E71FD3E6-03BA-940E-2708-700FE7035FA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64810" y="2600850"/>
                  <a:ext cx="169200" cy="41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D9011E1-4B84-29EA-DC09-A8BB0130D152}"/>
              </a:ext>
            </a:extLst>
          </p:cNvPr>
          <p:cNvSpPr txBox="1"/>
          <p:nvPr/>
        </p:nvSpPr>
        <p:spPr>
          <a:xfrm>
            <a:off x="5276470" y="4015937"/>
            <a:ext cx="97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Hidden state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2FDCD6-8FA0-5F78-8CA5-4F3A0F422409}"/>
              </a:ext>
            </a:extLst>
          </p:cNvPr>
          <p:cNvSpPr txBox="1"/>
          <p:nvPr/>
        </p:nvSpPr>
        <p:spPr>
          <a:xfrm>
            <a:off x="5154430" y="2098616"/>
            <a:ext cx="1402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1"/>
                </a:solidFill>
              </a:rPr>
              <a:t>Cell state</a:t>
            </a:r>
          </a:p>
          <a:p>
            <a:r>
              <a:rPr lang="en-US" altLang="ko-KR" sz="1400" dirty="0">
                <a:solidFill>
                  <a:schemeClr val="accent1"/>
                </a:solidFill>
              </a:rPr>
              <a:t>-&gt; </a:t>
            </a:r>
            <a:r>
              <a:rPr lang="ko-KR" altLang="en-US" sz="1400" dirty="0">
                <a:solidFill>
                  <a:schemeClr val="accent1"/>
                </a:solidFill>
              </a:rPr>
              <a:t>문제해결사</a:t>
            </a:r>
            <a:endParaRPr lang="en-US" altLang="ko-KR" sz="1400" dirty="0">
              <a:solidFill>
                <a:schemeClr val="accent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12544A-3C3F-8577-4DC3-C6680A40DD56}"/>
              </a:ext>
            </a:extLst>
          </p:cNvPr>
          <p:cNvSpPr txBox="1"/>
          <p:nvPr/>
        </p:nvSpPr>
        <p:spPr>
          <a:xfrm>
            <a:off x="3299438" y="4985710"/>
            <a:ext cx="2749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Gap</a:t>
            </a:r>
            <a:r>
              <a:rPr lang="ko-KR" altLang="en-US" sz="1400" dirty="0">
                <a:solidFill>
                  <a:srgbClr val="FF0000"/>
                </a:solidFill>
              </a:rPr>
              <a:t>이 커지면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거리가 멀어지면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 -&gt; </a:t>
            </a:r>
            <a:r>
              <a:rPr lang="ko-KR" altLang="en-US" sz="1400" dirty="0">
                <a:solidFill>
                  <a:srgbClr val="FF0000"/>
                </a:solidFill>
              </a:rPr>
              <a:t>학습효율이 떨어진다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04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76273D-E247-A86E-9879-CD8764637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" y="24320"/>
            <a:ext cx="12096750" cy="2295059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8C6DFD2-F023-FE6D-4CA2-FE9CF588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5" y="253906"/>
            <a:ext cx="10515600" cy="972857"/>
          </a:xfrm>
        </p:spPr>
        <p:txBody>
          <a:bodyPr>
            <a:norm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Cell state vector -&gt; </a:t>
            </a:r>
            <a:r>
              <a:rPr lang="ko-KR" altLang="en-US" sz="1400" dirty="0">
                <a:solidFill>
                  <a:srgbClr val="FF0000"/>
                </a:solidFill>
              </a:rPr>
              <a:t>중요한 </a:t>
            </a:r>
            <a:r>
              <a:rPr lang="en-US" altLang="ko-KR" sz="1400" dirty="0">
                <a:solidFill>
                  <a:srgbClr val="FF0000"/>
                </a:solidFill>
              </a:rPr>
              <a:t>input</a:t>
            </a:r>
            <a:r>
              <a:rPr lang="ko-KR" altLang="en-US" sz="1400" dirty="0">
                <a:solidFill>
                  <a:srgbClr val="FF0000"/>
                </a:solidFill>
              </a:rPr>
              <a:t>의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rgbClr val="FF0000"/>
                </a:solidFill>
              </a:rPr>
              <a:t>정보만 쏙쏙 빼내서 저장</a:t>
            </a:r>
            <a:r>
              <a:rPr lang="en-US" altLang="ko-KR" sz="1400" dirty="0">
                <a:solidFill>
                  <a:srgbClr val="FF0000"/>
                </a:solidFill>
              </a:rPr>
              <a:t>. (</a:t>
            </a:r>
            <a:r>
              <a:rPr lang="ko-KR" altLang="en-US" sz="1400" dirty="0">
                <a:solidFill>
                  <a:srgbClr val="FF0000"/>
                </a:solidFill>
              </a:rPr>
              <a:t>과거의 정보를 더 잘 저장하려고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br>
              <a:rPr lang="en-US" altLang="ko-KR" sz="1400" dirty="0">
                <a:solidFill>
                  <a:srgbClr val="FF0000"/>
                </a:solidFill>
              </a:rPr>
            </a:br>
            <a:br>
              <a:rPr lang="en-US" altLang="ko-KR" sz="1400" dirty="0">
                <a:solidFill>
                  <a:srgbClr val="FF0000"/>
                </a:solidFill>
              </a:rPr>
            </a:br>
            <a:br>
              <a:rPr lang="en-US" altLang="ko-KR" sz="1400" dirty="0">
                <a:solidFill>
                  <a:srgbClr val="FF0000"/>
                </a:solidFill>
              </a:rPr>
            </a:br>
            <a:endParaRPr lang="ko-KR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1E57DCF0-1B4D-0BD0-7943-4BFA376657DF}"/>
                  </a:ext>
                </a:extLst>
              </p14:cNvPr>
              <p14:cNvContentPartPr/>
              <p14:nvPr/>
            </p14:nvContentPartPr>
            <p14:xfrm>
              <a:off x="2603250" y="1123770"/>
              <a:ext cx="1942560" cy="2592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1E57DCF0-1B4D-0BD0-7943-4BFA376657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4610" y="1114770"/>
                <a:ext cx="196020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9F4B94ED-FC18-4581-AFBF-0159D247EB70}"/>
              </a:ext>
            </a:extLst>
          </p:cNvPr>
          <p:cNvGrpSpPr/>
          <p:nvPr/>
        </p:nvGrpSpPr>
        <p:grpSpPr>
          <a:xfrm>
            <a:off x="3237930" y="570090"/>
            <a:ext cx="127440" cy="236880"/>
            <a:chOff x="3237930" y="570090"/>
            <a:chExt cx="12744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451E7E2-6887-7A9D-28FC-2EBC6B62EDA8}"/>
                    </a:ext>
                  </a:extLst>
                </p14:cNvPr>
                <p14:cNvContentPartPr/>
                <p14:nvPr/>
              </p14:nvContentPartPr>
              <p14:xfrm>
                <a:off x="3237930" y="570090"/>
                <a:ext cx="115200" cy="2368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451E7E2-6887-7A9D-28FC-2EBC6B62ED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28930" y="561090"/>
                  <a:ext cx="1328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143EF0C-5D34-7961-C680-1E515DF3E7E3}"/>
                    </a:ext>
                  </a:extLst>
                </p14:cNvPr>
                <p14:cNvContentPartPr/>
                <p14:nvPr/>
              </p14:nvContentPartPr>
              <p14:xfrm>
                <a:off x="3289050" y="584130"/>
                <a:ext cx="76320" cy="324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143EF0C-5D34-7961-C680-1E515DF3E7E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80410" y="575130"/>
                  <a:ext cx="9396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0EA1F3DF-EB62-106B-1D7D-0F13766543DE}"/>
                  </a:ext>
                </a:extLst>
              </p14:cNvPr>
              <p14:cNvContentPartPr/>
              <p14:nvPr/>
            </p14:nvContentPartPr>
            <p14:xfrm>
              <a:off x="1091970" y="2151570"/>
              <a:ext cx="3072960" cy="6660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0EA1F3DF-EB62-106B-1D7D-0F13766543D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3330" y="2142570"/>
                <a:ext cx="3090600" cy="8424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AAFF03-9949-64D9-2977-4FA55541E7D3}"/>
              </a:ext>
            </a:extLst>
          </p:cNvPr>
          <p:cNvSpPr txBox="1"/>
          <p:nvPr/>
        </p:nvSpPr>
        <p:spPr>
          <a:xfrm>
            <a:off x="790575" y="2635250"/>
            <a:ext cx="8899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Simple RNN + </a:t>
            </a:r>
            <a:r>
              <a:rPr lang="ko-KR" altLang="en-US" dirty="0">
                <a:solidFill>
                  <a:srgbClr val="FF0000"/>
                </a:solidFill>
              </a:rPr>
              <a:t>게이트 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개 </a:t>
            </a:r>
            <a:r>
              <a:rPr lang="en-US" altLang="ko-KR" dirty="0">
                <a:solidFill>
                  <a:srgbClr val="FF0000"/>
                </a:solidFill>
              </a:rPr>
              <a:t>-&gt; LSTM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>
                <a:solidFill>
                  <a:srgbClr val="FF0000"/>
                </a:solidFill>
              </a:rPr>
              <a:t>게이트 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개의 처리 순서는 </a:t>
            </a:r>
            <a:r>
              <a:rPr lang="en-US" altLang="ko-KR" dirty="0">
                <a:solidFill>
                  <a:srgbClr val="FF0000"/>
                </a:solidFill>
              </a:rPr>
              <a:t>forget &gt; input &gt; output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Forget </a:t>
            </a:r>
            <a:r>
              <a:rPr lang="ko-KR" altLang="en-US" dirty="0">
                <a:solidFill>
                  <a:srgbClr val="FF0000"/>
                </a:solidFill>
              </a:rPr>
              <a:t>게이트 </a:t>
            </a:r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>
                <a:solidFill>
                  <a:srgbClr val="FF0000"/>
                </a:solidFill>
              </a:rPr>
              <a:t>과거의 정보를 어느 정도로 잊게 할까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Input </a:t>
            </a:r>
            <a:r>
              <a:rPr lang="ko-KR" altLang="en-US" dirty="0">
                <a:solidFill>
                  <a:srgbClr val="FF0000"/>
                </a:solidFill>
              </a:rPr>
              <a:t>게이트 </a:t>
            </a:r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>
                <a:solidFill>
                  <a:srgbClr val="FF0000"/>
                </a:solidFill>
              </a:rPr>
              <a:t>현재의 인풋정보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새로운정보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를 얼마나 추가해볼까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Output </a:t>
            </a:r>
            <a:r>
              <a:rPr lang="ko-KR" altLang="en-US" dirty="0">
                <a:solidFill>
                  <a:srgbClr val="FF0000"/>
                </a:solidFill>
              </a:rPr>
              <a:t>게이트 </a:t>
            </a:r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>
                <a:solidFill>
                  <a:srgbClr val="FF0000"/>
                </a:solidFill>
              </a:rPr>
              <a:t>다음 </a:t>
            </a:r>
            <a:r>
              <a:rPr lang="en-US" altLang="ko-KR" dirty="0">
                <a:solidFill>
                  <a:srgbClr val="FF0000"/>
                </a:solidFill>
              </a:rPr>
              <a:t>hidden state</a:t>
            </a:r>
            <a:r>
              <a:rPr lang="ko-KR" altLang="en-US" dirty="0">
                <a:solidFill>
                  <a:srgbClr val="FF0000"/>
                </a:solidFill>
              </a:rPr>
              <a:t>를 </a:t>
            </a:r>
            <a:r>
              <a:rPr lang="en-US" altLang="ko-KR" dirty="0">
                <a:solidFill>
                  <a:srgbClr val="FF0000"/>
                </a:solidFill>
              </a:rPr>
              <a:t>cell state</a:t>
            </a:r>
            <a:r>
              <a:rPr lang="ko-KR" altLang="en-US" dirty="0">
                <a:solidFill>
                  <a:srgbClr val="FF0000"/>
                </a:solidFill>
              </a:rPr>
              <a:t>를 얼마나 참고해서 결정할까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2572337-3500-4CDA-3E72-55D65F8F70C6}"/>
              </a:ext>
            </a:extLst>
          </p:cNvPr>
          <p:cNvGrpSpPr/>
          <p:nvPr/>
        </p:nvGrpSpPr>
        <p:grpSpPr>
          <a:xfrm>
            <a:off x="2266650" y="2203410"/>
            <a:ext cx="141480" cy="408960"/>
            <a:chOff x="2266650" y="2203410"/>
            <a:chExt cx="14148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1B98291-CDD7-5F17-8451-489D50798F95}"/>
                    </a:ext>
                  </a:extLst>
                </p14:cNvPr>
                <p14:cNvContentPartPr/>
                <p14:nvPr/>
              </p14:nvContentPartPr>
              <p14:xfrm>
                <a:off x="2330370" y="2203410"/>
                <a:ext cx="44640" cy="3740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1B98291-CDD7-5F17-8451-489D50798F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21370" y="2194410"/>
                  <a:ext cx="622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3208CA3-7A2F-8DB9-D7C2-7E850C5C68E5}"/>
                    </a:ext>
                  </a:extLst>
                </p14:cNvPr>
                <p14:cNvContentPartPr/>
                <p14:nvPr/>
              </p14:nvContentPartPr>
              <p14:xfrm>
                <a:off x="2266650" y="2482770"/>
                <a:ext cx="141480" cy="1296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3208CA3-7A2F-8DB9-D7C2-7E850C5C68E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58010" y="2473770"/>
                  <a:ext cx="159120" cy="14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3774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내용 개체 틀 1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62697D-2B5A-5A89-83A4-6AA9BBFDF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44" y="1103562"/>
            <a:ext cx="10030012" cy="4320676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72B64D2-9AB4-EDCB-7535-0DD98C8D4340}"/>
              </a:ext>
            </a:extLst>
          </p:cNvPr>
          <p:cNvSpPr txBox="1"/>
          <p:nvPr/>
        </p:nvSpPr>
        <p:spPr>
          <a:xfrm>
            <a:off x="158750" y="3689350"/>
            <a:ext cx="149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예전 </a:t>
            </a:r>
            <a:r>
              <a:rPr lang="en-US" altLang="ko-KR" sz="1200" dirty="0">
                <a:solidFill>
                  <a:srgbClr val="FF0000"/>
                </a:solidFill>
              </a:rPr>
              <a:t>hidden state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27EAAA-61FC-A9F8-E926-A0B94A9B7AA7}"/>
              </a:ext>
            </a:extLst>
          </p:cNvPr>
          <p:cNvSpPr txBox="1"/>
          <p:nvPr/>
        </p:nvSpPr>
        <p:spPr>
          <a:xfrm>
            <a:off x="1441450" y="5293433"/>
            <a:ext cx="793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현재 인풋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797867-5516-7D31-C976-5DAE329EA6D2}"/>
              </a:ext>
            </a:extLst>
          </p:cNvPr>
          <p:cNvSpPr txBox="1"/>
          <p:nvPr/>
        </p:nvSpPr>
        <p:spPr>
          <a:xfrm>
            <a:off x="9613900" y="3488322"/>
            <a:ext cx="2152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</a:rPr>
              <a:t>ht</a:t>
            </a:r>
            <a:r>
              <a:rPr lang="ko-KR" altLang="en-US" sz="1400" dirty="0">
                <a:solidFill>
                  <a:srgbClr val="FF0000"/>
                </a:solidFill>
              </a:rPr>
              <a:t>면 </a:t>
            </a:r>
            <a:r>
              <a:rPr lang="en-US" altLang="ko-KR" sz="1400" dirty="0">
                <a:solidFill>
                  <a:srgbClr val="FF0000"/>
                </a:solidFill>
              </a:rPr>
              <a:t>RNN</a:t>
            </a:r>
            <a:r>
              <a:rPr lang="ko-KR" altLang="en-US" sz="1400" dirty="0">
                <a:solidFill>
                  <a:srgbClr val="FF0000"/>
                </a:solidFill>
              </a:rPr>
              <a:t>과 같다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D5EE09D4-F25E-ABBC-B283-EDBE632763F1}"/>
                  </a:ext>
                </a:extLst>
              </p14:cNvPr>
              <p14:cNvContentPartPr/>
              <p14:nvPr/>
            </p14:nvContentPartPr>
            <p14:xfrm>
              <a:off x="1625490" y="4112130"/>
              <a:ext cx="1203480" cy="9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D5EE09D4-F25E-ABBC-B283-EDBE632763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7490" y="4076130"/>
                <a:ext cx="1239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83AD7052-6F58-2358-BD2F-F6AC4E5850B1}"/>
                  </a:ext>
                </a:extLst>
              </p14:cNvPr>
              <p14:cNvContentPartPr/>
              <p14:nvPr/>
            </p14:nvContentPartPr>
            <p14:xfrm>
              <a:off x="1625490" y="4097730"/>
              <a:ext cx="1074960" cy="4284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83AD7052-6F58-2358-BD2F-F6AC4E5850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89490" y="4025730"/>
                <a:ext cx="11466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9B90202E-19B6-3FBF-28ED-A166FF9B4199}"/>
                  </a:ext>
                </a:extLst>
              </p14:cNvPr>
              <p14:cNvContentPartPr/>
              <p14:nvPr/>
            </p14:nvContentPartPr>
            <p14:xfrm>
              <a:off x="2641050" y="2591850"/>
              <a:ext cx="51840" cy="147888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9B90202E-19B6-3FBF-28ED-A166FF9B41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05050" y="2519850"/>
                <a:ext cx="123480" cy="16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975C3D47-F968-B4E9-8E54-8E1FDBB80739}"/>
                  </a:ext>
                </a:extLst>
              </p14:cNvPr>
              <p14:cNvContentPartPr/>
              <p14:nvPr/>
            </p14:nvContentPartPr>
            <p14:xfrm>
              <a:off x="2647890" y="2549730"/>
              <a:ext cx="777960" cy="4752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975C3D47-F968-B4E9-8E54-8E1FDBB807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11890" y="2478090"/>
                <a:ext cx="8496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39CE268D-B36C-2F3E-D775-FACE31AD9D11}"/>
                  </a:ext>
                </a:extLst>
              </p14:cNvPr>
              <p14:cNvContentPartPr/>
              <p14:nvPr/>
            </p14:nvContentPartPr>
            <p14:xfrm>
              <a:off x="3447810" y="2527050"/>
              <a:ext cx="38520" cy="1574640"/>
            </p14:xfrm>
          </p:contentPart>
        </mc:Choice>
        <mc:Fallback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39CE268D-B36C-2F3E-D775-FACE31AD9D1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12170" y="2455410"/>
                <a:ext cx="110160" cy="171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43EDA32A-5115-6D4B-5C3F-93A2678047F1}"/>
                  </a:ext>
                </a:extLst>
              </p14:cNvPr>
              <p14:cNvContentPartPr/>
              <p14:nvPr/>
            </p14:nvContentPartPr>
            <p14:xfrm>
              <a:off x="3492450" y="4108170"/>
              <a:ext cx="762120" cy="360"/>
            </p14:xfrm>
          </p:contentPart>
        </mc:Choice>
        <mc:Fallback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43EDA32A-5115-6D4B-5C3F-93A2678047F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56450" y="4072170"/>
                <a:ext cx="833760" cy="72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847063E9-45F7-3FA9-8484-B7501E4F33D2}"/>
                  </a:ext>
                </a:extLst>
              </p14:cNvPr>
              <p14:cNvContentPartPr/>
              <p14:nvPr/>
            </p14:nvContentPartPr>
            <p14:xfrm>
              <a:off x="4285890" y="3822690"/>
              <a:ext cx="914760" cy="291960"/>
            </p14:xfrm>
          </p:contentPart>
        </mc:Choice>
        <mc:Fallback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847063E9-45F7-3FA9-8484-B7501E4F33D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50250" y="3751050"/>
                <a:ext cx="98640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0CC61444-D830-D5E0-42E7-A46AB54F68B6}"/>
                  </a:ext>
                </a:extLst>
              </p14:cNvPr>
              <p14:cNvContentPartPr/>
              <p14:nvPr/>
            </p14:nvContentPartPr>
            <p14:xfrm>
              <a:off x="5111730" y="3847890"/>
              <a:ext cx="4375440" cy="720"/>
            </p14:xfrm>
          </p:contentPart>
        </mc:Choice>
        <mc:Fallback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0CC61444-D830-D5E0-42E7-A46AB54F68B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75730" y="3703890"/>
                <a:ext cx="444708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그룹 45">
            <a:extLst>
              <a:ext uri="{FF2B5EF4-FFF2-40B4-BE49-F238E27FC236}">
                <a16:creationId xmlns:a16="http://schemas.microsoft.com/office/drawing/2014/main" id="{1775F001-4442-DE94-4E5C-46A1CEECF10D}"/>
              </a:ext>
            </a:extLst>
          </p:cNvPr>
          <p:cNvGrpSpPr/>
          <p:nvPr/>
        </p:nvGrpSpPr>
        <p:grpSpPr>
          <a:xfrm>
            <a:off x="5354730" y="1225290"/>
            <a:ext cx="539280" cy="2580480"/>
            <a:chOff x="5354730" y="1225290"/>
            <a:chExt cx="539280" cy="258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ABF27919-2432-5B8A-6A7D-E74615ED7B54}"/>
                    </a:ext>
                  </a:extLst>
                </p14:cNvPr>
                <p14:cNvContentPartPr/>
                <p14:nvPr/>
              </p14:nvContentPartPr>
              <p14:xfrm>
                <a:off x="5395410" y="1789410"/>
                <a:ext cx="498600" cy="201636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ABF27919-2432-5B8A-6A7D-E74615ED7B5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86770" y="1780770"/>
                  <a:ext cx="516240" cy="20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D1468992-CAEB-90EF-EF75-4979714F4F32}"/>
                    </a:ext>
                  </a:extLst>
                </p14:cNvPr>
                <p14:cNvContentPartPr/>
                <p14:nvPr/>
              </p14:nvContentPartPr>
              <p14:xfrm>
                <a:off x="5354730" y="1239330"/>
                <a:ext cx="92880" cy="54504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D1468992-CAEB-90EF-EF75-4979714F4F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346090" y="1230690"/>
                  <a:ext cx="11052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66C3BDCD-D5ED-19C4-C4F7-997322026AE9}"/>
                    </a:ext>
                  </a:extLst>
                </p14:cNvPr>
                <p14:cNvContentPartPr/>
                <p14:nvPr/>
              </p14:nvContentPartPr>
              <p14:xfrm>
                <a:off x="5447970" y="1225290"/>
                <a:ext cx="14760" cy="13932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66C3BDCD-D5ED-19C4-C4F7-997322026AE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39330" y="1216650"/>
                  <a:ext cx="32400" cy="156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60402CD-092C-4095-8256-92A2DAC8BD4B}"/>
              </a:ext>
            </a:extLst>
          </p:cNvPr>
          <p:cNvSpPr txBox="1"/>
          <p:nvPr/>
        </p:nvSpPr>
        <p:spPr>
          <a:xfrm>
            <a:off x="5111730" y="393700"/>
            <a:ext cx="68369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 활성화 함수가 다른 이유</a:t>
            </a:r>
            <a:r>
              <a:rPr lang="en-US" altLang="ko-KR" sz="1400" dirty="0">
                <a:solidFill>
                  <a:srgbClr val="FF0000"/>
                </a:solidFill>
              </a:rPr>
              <a:t>?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-&gt;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치역의</a:t>
            </a:r>
            <a:r>
              <a:rPr lang="ko-KR" altLang="en-US" sz="1400" dirty="0">
                <a:solidFill>
                  <a:srgbClr val="FF0000"/>
                </a:solidFill>
              </a:rPr>
              <a:t> 차이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>
                <a:solidFill>
                  <a:srgbClr val="FF0000"/>
                </a:solidFill>
              </a:rPr>
              <a:t>1) Sigmoid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=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0~1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얼마나 잊어먹고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추가하고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 err="1">
                <a:solidFill>
                  <a:srgbClr val="FF0000"/>
                </a:solidFill>
              </a:rPr>
              <a:t>빼낼지의</a:t>
            </a:r>
            <a:r>
              <a:rPr lang="ko-KR" altLang="en-US" sz="1400" dirty="0">
                <a:solidFill>
                  <a:srgbClr val="FF0000"/>
                </a:solidFill>
              </a:rPr>
              <a:t> 강도를 결정하기 적절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2) tanh = -1~1 (</a:t>
            </a:r>
            <a:r>
              <a:rPr lang="ko-KR" altLang="en-US" sz="1400" dirty="0">
                <a:solidFill>
                  <a:srgbClr val="FF0000"/>
                </a:solidFill>
              </a:rPr>
              <a:t>값의 폭주를 방지하려고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AFD9EFA3-80DD-CC95-EA32-84018A827F35}"/>
                  </a:ext>
                </a:extLst>
              </p14:cNvPr>
              <p14:cNvContentPartPr/>
              <p14:nvPr/>
            </p14:nvContentPartPr>
            <p14:xfrm>
              <a:off x="5847570" y="1892010"/>
              <a:ext cx="203400" cy="1753560"/>
            </p14:xfrm>
          </p:contentPart>
        </mc:Choice>
        <mc:Fallback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AFD9EFA3-80DD-CC95-EA32-84018A827F3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57570" y="1712370"/>
                <a:ext cx="383040" cy="21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C13A8F9F-0B14-A569-6DA6-7D26B7C1F033}"/>
                  </a:ext>
                </a:extLst>
              </p14:cNvPr>
              <p14:cNvContentPartPr/>
              <p14:nvPr/>
            </p14:nvContentPartPr>
            <p14:xfrm>
              <a:off x="6526530" y="1885890"/>
              <a:ext cx="271800" cy="1755360"/>
            </p14:xfrm>
          </p:contentPart>
        </mc:Choice>
        <mc:Fallback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C13A8F9F-0B14-A569-6DA6-7D26B7C1F03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436890" y="1705890"/>
                <a:ext cx="451440" cy="21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3E5AD682-CA73-9E07-0DB4-4FD52D5EA10F}"/>
                  </a:ext>
                </a:extLst>
              </p14:cNvPr>
              <p14:cNvContentPartPr/>
              <p14:nvPr/>
            </p14:nvContentPartPr>
            <p14:xfrm>
              <a:off x="7408530" y="1936650"/>
              <a:ext cx="321480" cy="1750680"/>
            </p14:xfrm>
          </p:contentPart>
        </mc:Choice>
        <mc:Fallback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3E5AD682-CA73-9E07-0DB4-4FD52D5EA10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318530" y="1756650"/>
                <a:ext cx="501120" cy="21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AB42B580-9040-781C-2A7B-FF2CA87EC67C}"/>
                  </a:ext>
                </a:extLst>
              </p14:cNvPr>
              <p14:cNvContentPartPr/>
              <p14:nvPr/>
            </p14:nvContentPartPr>
            <p14:xfrm>
              <a:off x="10274130" y="2393850"/>
              <a:ext cx="360" cy="360"/>
            </p14:xfrm>
          </p:contentPart>
        </mc:Choice>
        <mc:Fallback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AB42B580-9040-781C-2A7B-FF2CA87EC67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184130" y="221385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EDE2364E-82E6-2CA3-843D-613E781F50D9}"/>
                  </a:ext>
                </a:extLst>
              </p14:cNvPr>
              <p14:cNvContentPartPr/>
              <p14:nvPr/>
            </p14:nvContentPartPr>
            <p14:xfrm>
              <a:off x="5848290" y="1428690"/>
              <a:ext cx="1703520" cy="214200"/>
            </p14:xfrm>
          </p:contentPart>
        </mc:Choice>
        <mc:Fallback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EDE2364E-82E6-2CA3-843D-613E781F50D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812290" y="1356690"/>
                <a:ext cx="177516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C1085AB9-52C3-211B-4859-DECB37B28B0D}"/>
                  </a:ext>
                </a:extLst>
              </p14:cNvPr>
              <p14:cNvContentPartPr/>
              <p14:nvPr/>
            </p14:nvContentPartPr>
            <p14:xfrm>
              <a:off x="7137090" y="1364970"/>
              <a:ext cx="3024720" cy="887400"/>
            </p14:xfrm>
          </p:contentPart>
        </mc:Choice>
        <mc:Fallback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C1085AB9-52C3-211B-4859-DECB37B28B0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01450" y="1292970"/>
                <a:ext cx="3096360" cy="10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756CE6F0-D40D-4F79-C624-5E41DD45D8AE}"/>
                  </a:ext>
                </a:extLst>
              </p14:cNvPr>
              <p14:cNvContentPartPr/>
              <p14:nvPr/>
            </p14:nvContentPartPr>
            <p14:xfrm>
              <a:off x="7098930" y="1422210"/>
              <a:ext cx="360" cy="360"/>
            </p14:xfrm>
          </p:contentPart>
        </mc:Choice>
        <mc:Fallback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756CE6F0-D40D-4F79-C624-5E41DD45D8A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063290" y="135021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672C9F11-97FF-0A31-C73C-7D54C615E52C}"/>
                  </a:ext>
                </a:extLst>
              </p14:cNvPr>
              <p14:cNvContentPartPr/>
              <p14:nvPr/>
            </p14:nvContentPartPr>
            <p14:xfrm>
              <a:off x="5499090" y="4413090"/>
              <a:ext cx="609120" cy="360"/>
            </p14:xfrm>
          </p:contentPart>
        </mc:Choice>
        <mc:Fallback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672C9F11-97FF-0A31-C73C-7D54C615E52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490090" y="4404090"/>
                <a:ext cx="626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AE83F3A3-E56A-710D-840D-779953F8D026}"/>
                  </a:ext>
                </a:extLst>
              </p14:cNvPr>
              <p14:cNvContentPartPr/>
              <p14:nvPr/>
            </p14:nvContentPartPr>
            <p14:xfrm>
              <a:off x="6451290" y="4406970"/>
              <a:ext cx="464040" cy="19080"/>
            </p14:xfrm>
          </p:contentPart>
        </mc:Choice>
        <mc:Fallback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AE83F3A3-E56A-710D-840D-779953F8D02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442290" y="4397970"/>
                <a:ext cx="481680" cy="36720"/>
              </a:xfrm>
              <a:prstGeom prst="rect">
                <a:avLst/>
              </a:prstGeom>
            </p:spPr>
          </p:pic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3C3DC342-9A85-FA30-4A5C-1550628096FC}"/>
              </a:ext>
            </a:extLst>
          </p:cNvPr>
          <p:cNvSpPr txBox="1"/>
          <p:nvPr/>
        </p:nvSpPr>
        <p:spPr>
          <a:xfrm>
            <a:off x="2584820" y="5447969"/>
            <a:ext cx="3511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이전 정보에서 쓸모 없는 것을 </a:t>
            </a:r>
            <a:r>
              <a:rPr lang="ko-KR" altLang="en-US" sz="1400" dirty="0" err="1">
                <a:solidFill>
                  <a:srgbClr val="FF0000"/>
                </a:solidFill>
              </a:rPr>
              <a:t>잊게하기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73C337B-8780-7D96-3E09-E45C538436BA}"/>
              </a:ext>
            </a:extLst>
          </p:cNvPr>
          <p:cNvSpPr txBox="1"/>
          <p:nvPr/>
        </p:nvSpPr>
        <p:spPr>
          <a:xfrm>
            <a:off x="5922668" y="5137622"/>
            <a:ext cx="2870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현재 정보에서 중요한 것을 추가하기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D9E6C380-F6D2-5DF5-671D-B0C61C106864}"/>
                  </a:ext>
                </a:extLst>
              </p14:cNvPr>
              <p14:cNvContentPartPr/>
              <p14:nvPr/>
            </p14:nvContentPartPr>
            <p14:xfrm>
              <a:off x="6603570" y="4146330"/>
              <a:ext cx="95760" cy="13320"/>
            </p14:xfrm>
          </p:contentPart>
        </mc:Choice>
        <mc:Fallback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D9E6C380-F6D2-5DF5-671D-B0C61C10686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49930" y="4038690"/>
                <a:ext cx="2034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77" name="잉크 76">
                <a:extLst>
                  <a:ext uri="{FF2B5EF4-FFF2-40B4-BE49-F238E27FC236}">
                    <a16:creationId xmlns:a16="http://schemas.microsoft.com/office/drawing/2014/main" id="{3ECE8505-5F5F-A494-0B73-8944F4241025}"/>
                  </a:ext>
                </a:extLst>
              </p14:cNvPr>
              <p14:cNvContentPartPr/>
              <p14:nvPr/>
            </p14:nvContentPartPr>
            <p14:xfrm>
              <a:off x="6616530" y="4254330"/>
              <a:ext cx="95040" cy="360"/>
            </p14:xfrm>
          </p:contentPart>
        </mc:Choice>
        <mc:Fallback>
          <p:pic>
            <p:nvPicPr>
              <p:cNvPr id="77" name="잉크 76">
                <a:extLst>
                  <a:ext uri="{FF2B5EF4-FFF2-40B4-BE49-F238E27FC236}">
                    <a16:creationId xmlns:a16="http://schemas.microsoft.com/office/drawing/2014/main" id="{3ECE8505-5F5F-A494-0B73-8944F424102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562530" y="4146690"/>
                <a:ext cx="20268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그룹 79">
            <a:extLst>
              <a:ext uri="{FF2B5EF4-FFF2-40B4-BE49-F238E27FC236}">
                <a16:creationId xmlns:a16="http://schemas.microsoft.com/office/drawing/2014/main" id="{28A2D754-A812-5384-B797-60C5FD70E1F4}"/>
              </a:ext>
            </a:extLst>
          </p:cNvPr>
          <p:cNvGrpSpPr/>
          <p:nvPr/>
        </p:nvGrpSpPr>
        <p:grpSpPr>
          <a:xfrm>
            <a:off x="6705450" y="4055250"/>
            <a:ext cx="2455200" cy="186480"/>
            <a:chOff x="6705450" y="4055250"/>
            <a:chExt cx="245520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C7632A8B-D4C9-CAA2-D8A7-4E60B0562ABE}"/>
                    </a:ext>
                  </a:extLst>
                </p14:cNvPr>
                <p14:cNvContentPartPr/>
                <p14:nvPr/>
              </p14:nvContentPartPr>
              <p14:xfrm>
                <a:off x="6705450" y="4055250"/>
                <a:ext cx="2431440" cy="12132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C7632A8B-D4C9-CAA2-D8A7-4E60B0562AB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96810" y="4046250"/>
                  <a:ext cx="24490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BF618D03-1F53-EA90-2402-A05238F0F544}"/>
                    </a:ext>
                  </a:extLst>
                </p14:cNvPr>
                <p14:cNvContentPartPr/>
                <p14:nvPr/>
              </p14:nvContentPartPr>
              <p14:xfrm>
                <a:off x="9055530" y="4095570"/>
                <a:ext cx="105120" cy="14616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BF618D03-1F53-EA90-2402-A05238F0F5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46530" y="4086570"/>
                  <a:ext cx="122760" cy="163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25077F23-A034-38B7-24C6-5A953018161B}"/>
              </a:ext>
            </a:extLst>
          </p:cNvPr>
          <p:cNvSpPr txBox="1"/>
          <p:nvPr/>
        </p:nvSpPr>
        <p:spPr>
          <a:xfrm>
            <a:off x="9238930" y="4032684"/>
            <a:ext cx="2652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2"/>
                </a:solidFill>
              </a:rPr>
              <a:t>Elementwise multiplication</a:t>
            </a:r>
            <a:endParaRPr lang="ko-KR" altLang="en-US" sz="1400" dirty="0">
              <a:solidFill>
                <a:schemeClr val="accent2"/>
              </a:solidFill>
            </a:endParaRPr>
          </a:p>
        </p:txBody>
      </p:sp>
      <p:pic>
        <p:nvPicPr>
          <p:cNvPr id="88" name="그림 87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FA97F8-ECB0-F0B9-A892-4C8A9205A58C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530" y="4347795"/>
            <a:ext cx="3136470" cy="2510205"/>
          </a:xfrm>
          <a:prstGeom prst="rect">
            <a:avLst/>
          </a:prstGeom>
        </p:spPr>
      </p:pic>
      <p:grpSp>
        <p:nvGrpSpPr>
          <p:cNvPr id="96" name="그룹 95">
            <a:extLst>
              <a:ext uri="{FF2B5EF4-FFF2-40B4-BE49-F238E27FC236}">
                <a16:creationId xmlns:a16="http://schemas.microsoft.com/office/drawing/2014/main" id="{8087DC08-45C2-112C-A8E9-3192348A938B}"/>
              </a:ext>
            </a:extLst>
          </p:cNvPr>
          <p:cNvGrpSpPr/>
          <p:nvPr/>
        </p:nvGrpSpPr>
        <p:grpSpPr>
          <a:xfrm>
            <a:off x="4628610" y="4355850"/>
            <a:ext cx="2136240" cy="1570320"/>
            <a:chOff x="4628610" y="4355850"/>
            <a:chExt cx="2136240" cy="157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87392BE9-E1C4-8540-37FF-7AFFE8A4CDA8}"/>
                    </a:ext>
                  </a:extLst>
                </p14:cNvPr>
                <p14:cNvContentPartPr/>
                <p14:nvPr/>
              </p14:nvContentPartPr>
              <p14:xfrm>
                <a:off x="5460930" y="4355850"/>
                <a:ext cx="360" cy="36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87392BE9-E1C4-8540-37FF-7AFFE8A4CDA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51930" y="43472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C70056C0-9868-788E-F8E3-7585E85D4894}"/>
                    </a:ext>
                  </a:extLst>
                </p14:cNvPr>
                <p14:cNvContentPartPr/>
                <p14:nvPr/>
              </p14:nvContentPartPr>
              <p14:xfrm>
                <a:off x="4666050" y="4425690"/>
                <a:ext cx="915840" cy="97128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C70056C0-9868-788E-F8E3-7585E85D489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57410" y="4417050"/>
                  <a:ext cx="933480" cy="9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2B445EF1-D429-4762-0876-FA2AFC9C9A6A}"/>
                    </a:ext>
                  </a:extLst>
                </p14:cNvPr>
                <p14:cNvContentPartPr/>
                <p14:nvPr/>
              </p14:nvContentPartPr>
              <p14:xfrm>
                <a:off x="4628610" y="5308410"/>
                <a:ext cx="88560" cy="11952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2B445EF1-D429-4762-0876-FA2AFC9C9A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19610" y="5299770"/>
                  <a:ext cx="106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D072E0DC-65CC-9938-FFF5-A075279F567E}"/>
                    </a:ext>
                  </a:extLst>
                </p14:cNvPr>
                <p14:cNvContentPartPr/>
                <p14:nvPr/>
              </p14:nvContentPartPr>
              <p14:xfrm>
                <a:off x="6718410" y="4438650"/>
                <a:ext cx="32040" cy="69840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D072E0DC-65CC-9938-FFF5-A075279F567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09410" y="4429650"/>
                  <a:ext cx="4968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C7F7ABB2-375B-5C0A-419C-97F36615C445}"/>
                    </a:ext>
                  </a:extLst>
                </p14:cNvPr>
                <p14:cNvContentPartPr/>
                <p14:nvPr/>
              </p14:nvContentPartPr>
              <p14:xfrm>
                <a:off x="6667290" y="5054250"/>
                <a:ext cx="97560" cy="6912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C7F7ABB2-375B-5C0A-419C-97F36615C4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58650" y="5045610"/>
                  <a:ext cx="115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3C504D62-842B-4D02-F373-4D2729BD1074}"/>
                    </a:ext>
                  </a:extLst>
                </p14:cNvPr>
                <p14:cNvContentPartPr/>
                <p14:nvPr/>
              </p14:nvContentPartPr>
              <p14:xfrm>
                <a:off x="5486130" y="4914570"/>
                <a:ext cx="360" cy="36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3C504D62-842B-4D02-F373-4D2729BD107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77490" y="49059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86A32980-7185-C7DB-F3A1-B0919A8AF1E5}"/>
                    </a:ext>
                  </a:extLst>
                </p14:cNvPr>
                <p14:cNvContentPartPr/>
                <p14:nvPr/>
              </p14:nvContentPartPr>
              <p14:xfrm>
                <a:off x="5486130" y="4914570"/>
                <a:ext cx="360" cy="36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86A32980-7185-C7DB-F3A1-B0919A8AF1E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77490" y="49059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FCF3C8B1-5363-F2D7-A56F-654A2D75F3C1}"/>
                    </a:ext>
                  </a:extLst>
                </p14:cNvPr>
                <p14:cNvContentPartPr/>
                <p14:nvPr/>
              </p14:nvContentPartPr>
              <p14:xfrm>
                <a:off x="5492610" y="4914210"/>
                <a:ext cx="971280" cy="2016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FCF3C8B1-5363-F2D7-A56F-654A2D75F3C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83610" y="4905570"/>
                  <a:ext cx="988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24710FB1-776E-9D7C-0DA8-AF97C7E8BAF1}"/>
                    </a:ext>
                  </a:extLst>
                </p14:cNvPr>
                <p14:cNvContentPartPr/>
                <p14:nvPr/>
              </p14:nvContentPartPr>
              <p14:xfrm>
                <a:off x="5777370" y="4959210"/>
                <a:ext cx="262800" cy="93672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24710FB1-776E-9D7C-0DA8-AF97C7E8BAF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68370" y="4950210"/>
                  <a:ext cx="280440" cy="9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8583711A-604A-D7B6-51F3-A27B71FB24DB}"/>
                    </a:ext>
                  </a:extLst>
                </p14:cNvPr>
                <p14:cNvContentPartPr/>
                <p14:nvPr/>
              </p14:nvContentPartPr>
              <p14:xfrm>
                <a:off x="5959890" y="5835450"/>
                <a:ext cx="84960" cy="9072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8583711A-604A-D7B6-51F3-A27B71FB24D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51250" y="5826810"/>
                  <a:ext cx="102600" cy="108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2CD656FC-B9DA-9E5F-B779-06F06F18A8EB}"/>
              </a:ext>
            </a:extLst>
          </p:cNvPr>
          <p:cNvSpPr txBox="1"/>
          <p:nvPr/>
        </p:nvSpPr>
        <p:spPr>
          <a:xfrm>
            <a:off x="4350364" y="5982598"/>
            <a:ext cx="4299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다음 </a:t>
            </a:r>
            <a:r>
              <a:rPr lang="en-US" altLang="ko-KR" sz="1400" dirty="0">
                <a:solidFill>
                  <a:srgbClr val="FF0000"/>
                </a:solidFill>
              </a:rPr>
              <a:t>hidden state</a:t>
            </a:r>
            <a:r>
              <a:rPr lang="ko-KR" altLang="en-US" sz="1400" dirty="0">
                <a:solidFill>
                  <a:srgbClr val="FF0000"/>
                </a:solidFill>
              </a:rPr>
              <a:t>를 </a:t>
            </a:r>
            <a:r>
              <a:rPr lang="en-US" altLang="ko-KR" sz="1400" dirty="0">
                <a:solidFill>
                  <a:srgbClr val="FF0000"/>
                </a:solidFill>
              </a:rPr>
              <a:t>cell state</a:t>
            </a:r>
            <a:r>
              <a:rPr lang="ko-KR" altLang="en-US" sz="1400" dirty="0">
                <a:solidFill>
                  <a:srgbClr val="FF0000"/>
                </a:solidFill>
              </a:rPr>
              <a:t>를 반영해서 결정하기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62678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08BAA-E691-274B-CB1D-3E400982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53E1C-2739-49E9-0449-125A92056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4" y="169542"/>
            <a:ext cx="9499226" cy="401637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0118463-3C02-192A-82F1-5234FB583951}"/>
                  </a:ext>
                </a:extLst>
              </p14:cNvPr>
              <p14:cNvContentPartPr/>
              <p14:nvPr/>
            </p14:nvContentPartPr>
            <p14:xfrm>
              <a:off x="3454290" y="2101530"/>
              <a:ext cx="360" cy="3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0118463-3C02-192A-82F1-5234FB5839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290" y="209289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C44B399-1899-85D7-75B0-F292311EBB85}"/>
              </a:ext>
            </a:extLst>
          </p:cNvPr>
          <p:cNvSpPr txBox="1"/>
          <p:nvPr/>
        </p:nvSpPr>
        <p:spPr>
          <a:xfrm>
            <a:off x="514350" y="3955253"/>
            <a:ext cx="604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Input gate = output gate = 1, forget gate=0 </a:t>
            </a:r>
            <a:r>
              <a:rPr lang="ko-KR" altLang="en-US" dirty="0" err="1">
                <a:solidFill>
                  <a:srgbClr val="FF0000"/>
                </a:solidFill>
              </a:rPr>
              <a:t>일때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Simple RNN = LSTM</a:t>
            </a:r>
            <a:r>
              <a:rPr lang="ko-KR" altLang="en-US" dirty="0">
                <a:solidFill>
                  <a:srgbClr val="FF0000"/>
                </a:solidFill>
              </a:rPr>
              <a:t>이다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80442267-AFB6-F91F-4773-A37A0B389524}"/>
                  </a:ext>
                </a:extLst>
              </p14:cNvPr>
              <p14:cNvContentPartPr/>
              <p14:nvPr/>
            </p14:nvContentPartPr>
            <p14:xfrm>
              <a:off x="939690" y="2075610"/>
              <a:ext cx="799560" cy="136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80442267-AFB6-F91F-4773-A37A0B3895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1050" y="2066970"/>
                <a:ext cx="8172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A40C8195-4AFA-C3EB-2772-04987358E561}"/>
                  </a:ext>
                </a:extLst>
              </p14:cNvPr>
              <p14:cNvContentPartPr/>
              <p14:nvPr/>
            </p14:nvContentPartPr>
            <p14:xfrm>
              <a:off x="1250730" y="2627490"/>
              <a:ext cx="2196720" cy="5400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A40C8195-4AFA-C3EB-2772-04987358E56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2090" y="2618850"/>
                <a:ext cx="22143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618ADA79-1313-AFBD-4580-C7E7335DD12D}"/>
                  </a:ext>
                </a:extLst>
              </p14:cNvPr>
              <p14:cNvContentPartPr/>
              <p14:nvPr/>
            </p14:nvContentPartPr>
            <p14:xfrm>
              <a:off x="952290" y="862770"/>
              <a:ext cx="1545120" cy="6840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618ADA79-1313-AFBD-4580-C7E7335DD12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3650" y="854130"/>
                <a:ext cx="156276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507959EA-45D8-57FF-FA65-48B2C8A8CAFE}"/>
                  </a:ext>
                </a:extLst>
              </p14:cNvPr>
              <p14:cNvContentPartPr/>
              <p14:nvPr/>
            </p14:nvContentPartPr>
            <p14:xfrm>
              <a:off x="1250730" y="1396650"/>
              <a:ext cx="4330440" cy="7848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507959EA-45D8-57FF-FA65-48B2C8A8CAF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42090" y="1387650"/>
                <a:ext cx="4348080" cy="9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E827B999-FE58-DA1A-9F5C-BD226D905FEB}"/>
              </a:ext>
            </a:extLst>
          </p:cNvPr>
          <p:cNvGrpSpPr/>
          <p:nvPr/>
        </p:nvGrpSpPr>
        <p:grpSpPr>
          <a:xfrm>
            <a:off x="660330" y="3403290"/>
            <a:ext cx="317520" cy="619200"/>
            <a:chOff x="660330" y="3403290"/>
            <a:chExt cx="317520" cy="61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45C71E68-CB8C-D581-8A2D-7E5567458B26}"/>
                    </a:ext>
                  </a:extLst>
                </p14:cNvPr>
                <p14:cNvContentPartPr/>
                <p14:nvPr/>
              </p14:nvContentPartPr>
              <p14:xfrm>
                <a:off x="735930" y="3403290"/>
                <a:ext cx="241920" cy="5965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45C71E68-CB8C-D581-8A2D-7E5567458B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7290" y="3394650"/>
                  <a:ext cx="25956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88DFA967-BA3B-F372-B052-BB400A3839C8}"/>
                    </a:ext>
                  </a:extLst>
                </p14:cNvPr>
                <p14:cNvContentPartPr/>
                <p14:nvPr/>
              </p14:nvContentPartPr>
              <p14:xfrm>
                <a:off x="660330" y="3886050"/>
                <a:ext cx="178200" cy="1364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88DFA967-BA3B-F372-B052-BB400A3839C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1690" y="3877050"/>
                  <a:ext cx="195840" cy="154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" name="그림 19" descr="텍스트, 폰트, 친필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967C80-0ACE-E7DB-928E-73250192505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30" y="5024329"/>
            <a:ext cx="4619625" cy="15629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89121EAC-38F0-D5BB-1AF6-D682D7A2D22A}"/>
                  </a:ext>
                </a:extLst>
              </p14:cNvPr>
              <p14:cNvContentPartPr/>
              <p14:nvPr/>
            </p14:nvContentPartPr>
            <p14:xfrm>
              <a:off x="1339650" y="5143530"/>
              <a:ext cx="594000" cy="41580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89121EAC-38F0-D5BB-1AF6-D682D7A2D22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31010" y="5134530"/>
                <a:ext cx="61164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9F15EB7F-52AB-A2A2-B04C-C4386FB8BB8A}"/>
                  </a:ext>
                </a:extLst>
              </p14:cNvPr>
              <p14:cNvContentPartPr/>
              <p14:nvPr/>
            </p14:nvContentPartPr>
            <p14:xfrm>
              <a:off x="1320570" y="5198970"/>
              <a:ext cx="644760" cy="382680"/>
            </p14:xfrm>
          </p:contentPart>
        </mc:Choice>
        <mc:Fallback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9F15EB7F-52AB-A2A2-B04C-C4386FB8BB8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11930" y="5189970"/>
                <a:ext cx="66240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3710CE7A-0B0B-A781-030A-01B84D7059E5}"/>
                  </a:ext>
                </a:extLst>
              </p14:cNvPr>
              <p14:cNvContentPartPr/>
              <p14:nvPr/>
            </p14:nvContentPartPr>
            <p14:xfrm>
              <a:off x="2488770" y="5637810"/>
              <a:ext cx="603000" cy="14040"/>
            </p14:xfrm>
          </p:contentPart>
        </mc:Choice>
        <mc:Fallback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3710CE7A-0B0B-A781-030A-01B84D7059E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80130" y="5628810"/>
                <a:ext cx="62064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그룹 46">
            <a:extLst>
              <a:ext uri="{FF2B5EF4-FFF2-40B4-BE49-F238E27FC236}">
                <a16:creationId xmlns:a16="http://schemas.microsoft.com/office/drawing/2014/main" id="{B1A647FB-1D6C-1706-C1D9-2CB20C5FE9AC}"/>
              </a:ext>
            </a:extLst>
          </p:cNvPr>
          <p:cNvGrpSpPr/>
          <p:nvPr/>
        </p:nvGrpSpPr>
        <p:grpSpPr>
          <a:xfrm>
            <a:off x="2488410" y="5645010"/>
            <a:ext cx="210960" cy="380520"/>
            <a:chOff x="2488410" y="5645010"/>
            <a:chExt cx="21096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71554DA7-9F6F-8BEF-612E-08C7A03D9E36}"/>
                    </a:ext>
                  </a:extLst>
                </p14:cNvPr>
                <p14:cNvContentPartPr/>
                <p14:nvPr/>
              </p14:nvContentPartPr>
              <p14:xfrm>
                <a:off x="2520450" y="5645010"/>
                <a:ext cx="178920" cy="34236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71554DA7-9F6F-8BEF-612E-08C7A03D9E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11450" y="5636010"/>
                  <a:ext cx="1965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44F6AD23-E1A2-4677-E306-A5E37CCA744F}"/>
                    </a:ext>
                  </a:extLst>
                </p14:cNvPr>
                <p14:cNvContentPartPr/>
                <p14:nvPr/>
              </p14:nvContentPartPr>
              <p14:xfrm>
                <a:off x="2488410" y="5911770"/>
                <a:ext cx="115920" cy="11376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44F6AD23-E1A2-4677-E306-A5E37CCA744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79410" y="5902770"/>
                  <a:ext cx="13356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E9F52F09-E140-4523-0CF9-57D862455A94}"/>
                  </a:ext>
                </a:extLst>
              </p14:cNvPr>
              <p14:cNvContentPartPr/>
              <p14:nvPr/>
            </p14:nvContentPartPr>
            <p14:xfrm>
              <a:off x="2584170" y="5012850"/>
              <a:ext cx="110520" cy="54720"/>
            </p14:xfrm>
          </p:contentPart>
        </mc:Choice>
        <mc:Fallback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E9F52F09-E140-4523-0CF9-57D862455A9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75530" y="5003850"/>
                <a:ext cx="1281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98D798CF-3255-7F96-7591-A78E4E42D12B}"/>
                  </a:ext>
                </a:extLst>
              </p14:cNvPr>
              <p14:cNvContentPartPr/>
              <p14:nvPr/>
            </p14:nvContentPartPr>
            <p14:xfrm>
              <a:off x="2622330" y="5090250"/>
              <a:ext cx="92520" cy="40680"/>
            </p14:xfrm>
          </p:contentPart>
        </mc:Choice>
        <mc:Fallback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98D798CF-3255-7F96-7591-A78E4E42D12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13690" y="5081250"/>
                <a:ext cx="1101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0" name="잉크 59">
                <a:extLst>
                  <a:ext uri="{FF2B5EF4-FFF2-40B4-BE49-F238E27FC236}">
                    <a16:creationId xmlns:a16="http://schemas.microsoft.com/office/drawing/2014/main" id="{4A7B4DF4-4943-505D-B1AC-57CE43F8AFD6}"/>
                  </a:ext>
                </a:extLst>
              </p14:cNvPr>
              <p14:cNvContentPartPr/>
              <p14:nvPr/>
            </p14:nvContentPartPr>
            <p14:xfrm>
              <a:off x="2793690" y="4971810"/>
              <a:ext cx="360" cy="133200"/>
            </p14:xfrm>
          </p:contentPart>
        </mc:Choice>
        <mc:Fallback>
          <p:pic>
            <p:nvPicPr>
              <p:cNvPr id="60" name="잉크 59">
                <a:extLst>
                  <a:ext uri="{FF2B5EF4-FFF2-40B4-BE49-F238E27FC236}">
                    <a16:creationId xmlns:a16="http://schemas.microsoft.com/office/drawing/2014/main" id="{4A7B4DF4-4943-505D-B1AC-57CE43F8AFD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85050" y="4962810"/>
                <a:ext cx="18000" cy="150840"/>
              </a:xfrm>
              <a:prstGeom prst="rect">
                <a:avLst/>
              </a:prstGeom>
            </p:spPr>
          </p:pic>
        </mc:Fallback>
      </mc:AlternateContent>
      <p:pic>
        <p:nvPicPr>
          <p:cNvPr id="62" name="그림 61">
            <a:extLst>
              <a:ext uri="{FF2B5EF4-FFF2-40B4-BE49-F238E27FC236}">
                <a16:creationId xmlns:a16="http://schemas.microsoft.com/office/drawing/2014/main" id="{2CC91F59-6486-7101-08E5-735AA95E0F5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480" y="4361365"/>
            <a:ext cx="7359720" cy="438150"/>
          </a:xfrm>
          <a:prstGeom prst="rect">
            <a:avLst/>
          </a:prstGeom>
        </p:spPr>
      </p:pic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007FA7A5-7490-9BAA-AACD-3D6A6279AE9E}"/>
              </a:ext>
            </a:extLst>
          </p:cNvPr>
          <p:cNvGrpSpPr/>
          <p:nvPr/>
        </p:nvGrpSpPr>
        <p:grpSpPr>
          <a:xfrm>
            <a:off x="4882770" y="3599130"/>
            <a:ext cx="1092240" cy="805320"/>
            <a:chOff x="4882770" y="3599130"/>
            <a:chExt cx="1092240" cy="80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053F86F1-3944-63EA-370B-B5A0D073641E}"/>
                    </a:ext>
                  </a:extLst>
                </p14:cNvPr>
                <p14:cNvContentPartPr/>
                <p14:nvPr/>
              </p14:nvContentPartPr>
              <p14:xfrm>
                <a:off x="4882770" y="3599130"/>
                <a:ext cx="1015920" cy="75708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053F86F1-3944-63EA-370B-B5A0D073641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874130" y="3590490"/>
                  <a:ext cx="1033560" cy="7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024" name="잉크 1023">
                  <a:extLst>
                    <a:ext uri="{FF2B5EF4-FFF2-40B4-BE49-F238E27FC236}">
                      <a16:creationId xmlns:a16="http://schemas.microsoft.com/office/drawing/2014/main" id="{AB08A957-D5D6-043A-76FF-8A5910639DA2}"/>
                    </a:ext>
                  </a:extLst>
                </p14:cNvPr>
                <p14:cNvContentPartPr/>
                <p14:nvPr/>
              </p14:nvContentPartPr>
              <p14:xfrm>
                <a:off x="5841450" y="4311570"/>
                <a:ext cx="133560" cy="92880"/>
              </p14:xfrm>
            </p:contentPart>
          </mc:Choice>
          <mc:Fallback>
            <p:pic>
              <p:nvPicPr>
                <p:cNvPr id="1024" name="잉크 1023">
                  <a:extLst>
                    <a:ext uri="{FF2B5EF4-FFF2-40B4-BE49-F238E27FC236}">
                      <a16:creationId xmlns:a16="http://schemas.microsoft.com/office/drawing/2014/main" id="{AB08A957-D5D6-043A-76FF-8A5910639DA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32450" y="4302570"/>
                  <a:ext cx="151200" cy="110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27" name="TextBox 1026">
            <a:extLst>
              <a:ext uri="{FF2B5EF4-FFF2-40B4-BE49-F238E27FC236}">
                <a16:creationId xmlns:a16="http://schemas.microsoft.com/office/drawing/2014/main" id="{10D29FA5-9B22-5359-2F05-A80AE0037780}"/>
              </a:ext>
            </a:extLst>
          </p:cNvPr>
          <p:cNvSpPr txBox="1"/>
          <p:nvPr/>
        </p:nvSpPr>
        <p:spPr>
          <a:xfrm>
            <a:off x="5490037" y="3393773"/>
            <a:ext cx="1606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형태가 똑같네</a:t>
            </a:r>
            <a:r>
              <a:rPr lang="en-US" altLang="ko-KR" sz="1400" dirty="0">
                <a:solidFill>
                  <a:srgbClr val="FF0000"/>
                </a:solidFill>
              </a:rPr>
              <a:t>..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028" name="잉크 1027">
                <a:extLst>
                  <a:ext uri="{FF2B5EF4-FFF2-40B4-BE49-F238E27FC236}">
                    <a16:creationId xmlns:a16="http://schemas.microsoft.com/office/drawing/2014/main" id="{BE3032AB-9A78-9028-F53F-5C7FE30772CC}"/>
                  </a:ext>
                </a:extLst>
              </p14:cNvPr>
              <p14:cNvContentPartPr/>
              <p14:nvPr/>
            </p14:nvContentPartPr>
            <p14:xfrm>
              <a:off x="3138930" y="4749690"/>
              <a:ext cx="658800" cy="497160"/>
            </p14:xfrm>
          </p:contentPart>
        </mc:Choice>
        <mc:Fallback>
          <p:pic>
            <p:nvPicPr>
              <p:cNvPr id="1028" name="잉크 1027">
                <a:extLst>
                  <a:ext uri="{FF2B5EF4-FFF2-40B4-BE49-F238E27FC236}">
                    <a16:creationId xmlns:a16="http://schemas.microsoft.com/office/drawing/2014/main" id="{BE3032AB-9A78-9028-F53F-5C7FE30772C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129930" y="4740690"/>
                <a:ext cx="676440" cy="51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ED9C990C-5731-B8DF-3888-3C22432EE004}"/>
              </a:ext>
            </a:extLst>
          </p:cNvPr>
          <p:cNvGrpSpPr/>
          <p:nvPr/>
        </p:nvGrpSpPr>
        <p:grpSpPr>
          <a:xfrm>
            <a:off x="3136770" y="5143530"/>
            <a:ext cx="101520" cy="101520"/>
            <a:chOff x="3136770" y="5143530"/>
            <a:chExt cx="10152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031" name="잉크 1030">
                  <a:extLst>
                    <a:ext uri="{FF2B5EF4-FFF2-40B4-BE49-F238E27FC236}">
                      <a16:creationId xmlns:a16="http://schemas.microsoft.com/office/drawing/2014/main" id="{8CD88A10-3606-B784-C147-42A09896C0B5}"/>
                    </a:ext>
                  </a:extLst>
                </p14:cNvPr>
                <p14:cNvContentPartPr/>
                <p14:nvPr/>
              </p14:nvContentPartPr>
              <p14:xfrm>
                <a:off x="3136770" y="5143530"/>
                <a:ext cx="7200" cy="82080"/>
              </p14:xfrm>
            </p:contentPart>
          </mc:Choice>
          <mc:Fallback>
            <p:pic>
              <p:nvPicPr>
                <p:cNvPr id="1031" name="잉크 1030">
                  <a:extLst>
                    <a:ext uri="{FF2B5EF4-FFF2-40B4-BE49-F238E27FC236}">
                      <a16:creationId xmlns:a16="http://schemas.microsoft.com/office/drawing/2014/main" id="{8CD88A10-3606-B784-C147-42A09896C0B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27770" y="5134530"/>
                  <a:ext cx="24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032" name="잉크 1031">
                  <a:extLst>
                    <a:ext uri="{FF2B5EF4-FFF2-40B4-BE49-F238E27FC236}">
                      <a16:creationId xmlns:a16="http://schemas.microsoft.com/office/drawing/2014/main" id="{1D7C5BEB-F381-39C2-B150-FA88137B3C9A}"/>
                    </a:ext>
                  </a:extLst>
                </p14:cNvPr>
                <p14:cNvContentPartPr/>
                <p14:nvPr/>
              </p14:nvContentPartPr>
              <p14:xfrm>
                <a:off x="3143250" y="5232090"/>
                <a:ext cx="95040" cy="12960"/>
              </p14:xfrm>
            </p:contentPart>
          </mc:Choice>
          <mc:Fallback>
            <p:pic>
              <p:nvPicPr>
                <p:cNvPr id="1032" name="잉크 1031">
                  <a:extLst>
                    <a:ext uri="{FF2B5EF4-FFF2-40B4-BE49-F238E27FC236}">
                      <a16:creationId xmlns:a16="http://schemas.microsoft.com/office/drawing/2014/main" id="{1D7C5BEB-F381-39C2-B150-FA88137B3C9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34250" y="5223450"/>
                  <a:ext cx="11268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034" name="잉크 1033">
                <a:extLst>
                  <a:ext uri="{FF2B5EF4-FFF2-40B4-BE49-F238E27FC236}">
                    <a16:creationId xmlns:a16="http://schemas.microsoft.com/office/drawing/2014/main" id="{D19A2D57-071C-C76F-C65D-3312247FEEB6}"/>
                  </a:ext>
                </a:extLst>
              </p14:cNvPr>
              <p14:cNvContentPartPr/>
              <p14:nvPr/>
            </p14:nvContentPartPr>
            <p14:xfrm>
              <a:off x="3720690" y="4762290"/>
              <a:ext cx="203040" cy="360"/>
            </p14:xfrm>
          </p:contentPart>
        </mc:Choice>
        <mc:Fallback>
          <p:pic>
            <p:nvPicPr>
              <p:cNvPr id="1034" name="잉크 1033">
                <a:extLst>
                  <a:ext uri="{FF2B5EF4-FFF2-40B4-BE49-F238E27FC236}">
                    <a16:creationId xmlns:a16="http://schemas.microsoft.com/office/drawing/2014/main" id="{D19A2D57-071C-C76F-C65D-3312247FEEB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712050" y="4753290"/>
                <a:ext cx="2206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035" name="잉크 1034">
                <a:extLst>
                  <a:ext uri="{FF2B5EF4-FFF2-40B4-BE49-F238E27FC236}">
                    <a16:creationId xmlns:a16="http://schemas.microsoft.com/office/drawing/2014/main" id="{F89E5DB8-91EC-3E04-74F6-83094C8FF411}"/>
                  </a:ext>
                </a:extLst>
              </p14:cNvPr>
              <p14:cNvContentPartPr/>
              <p14:nvPr/>
            </p14:nvContentPartPr>
            <p14:xfrm>
              <a:off x="1390410" y="5889450"/>
              <a:ext cx="117360" cy="143280"/>
            </p14:xfrm>
          </p:contentPart>
        </mc:Choice>
        <mc:Fallback>
          <p:pic>
            <p:nvPicPr>
              <p:cNvPr id="1035" name="잉크 1034">
                <a:extLst>
                  <a:ext uri="{FF2B5EF4-FFF2-40B4-BE49-F238E27FC236}">
                    <a16:creationId xmlns:a16="http://schemas.microsoft.com/office/drawing/2014/main" id="{F89E5DB8-91EC-3E04-74F6-83094C8FF41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381770" y="5880810"/>
                <a:ext cx="1350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040" name="잉크 1039">
                <a:extLst>
                  <a:ext uri="{FF2B5EF4-FFF2-40B4-BE49-F238E27FC236}">
                    <a16:creationId xmlns:a16="http://schemas.microsoft.com/office/drawing/2014/main" id="{0707C615-951B-80F4-FC4B-338A59A6455F}"/>
                  </a:ext>
                </a:extLst>
              </p14:cNvPr>
              <p14:cNvContentPartPr/>
              <p14:nvPr/>
            </p14:nvContentPartPr>
            <p14:xfrm>
              <a:off x="1441170" y="5971170"/>
              <a:ext cx="90720" cy="99720"/>
            </p14:xfrm>
          </p:contentPart>
        </mc:Choice>
        <mc:Fallback>
          <p:pic>
            <p:nvPicPr>
              <p:cNvPr id="1040" name="잉크 1039">
                <a:extLst>
                  <a:ext uri="{FF2B5EF4-FFF2-40B4-BE49-F238E27FC236}">
                    <a16:creationId xmlns:a16="http://schemas.microsoft.com/office/drawing/2014/main" id="{0707C615-951B-80F4-FC4B-338A59A6455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432530" y="5962170"/>
                <a:ext cx="1083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042" name="잉크 1041">
                <a:extLst>
                  <a:ext uri="{FF2B5EF4-FFF2-40B4-BE49-F238E27FC236}">
                    <a16:creationId xmlns:a16="http://schemas.microsoft.com/office/drawing/2014/main" id="{9D16E721-4034-A3F3-F210-7AEB11AFBDC7}"/>
                  </a:ext>
                </a:extLst>
              </p14:cNvPr>
              <p14:cNvContentPartPr/>
              <p14:nvPr/>
            </p14:nvContentPartPr>
            <p14:xfrm>
              <a:off x="1572210" y="5803770"/>
              <a:ext cx="10080" cy="225720"/>
            </p14:xfrm>
          </p:contentPart>
        </mc:Choice>
        <mc:Fallback>
          <p:pic>
            <p:nvPicPr>
              <p:cNvPr id="1042" name="잉크 1041">
                <a:extLst>
                  <a:ext uri="{FF2B5EF4-FFF2-40B4-BE49-F238E27FC236}">
                    <a16:creationId xmlns:a16="http://schemas.microsoft.com/office/drawing/2014/main" id="{9D16E721-4034-A3F3-F210-7AEB11AFBDC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563210" y="5794770"/>
                <a:ext cx="2772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043" name="잉크 1042">
                <a:extLst>
                  <a:ext uri="{FF2B5EF4-FFF2-40B4-BE49-F238E27FC236}">
                    <a16:creationId xmlns:a16="http://schemas.microsoft.com/office/drawing/2014/main" id="{D908F5E6-D8C4-7FE3-85FA-289B112CEEB0}"/>
                  </a:ext>
                </a:extLst>
              </p14:cNvPr>
              <p14:cNvContentPartPr/>
              <p14:nvPr/>
            </p14:nvContentPartPr>
            <p14:xfrm>
              <a:off x="2381130" y="3714690"/>
              <a:ext cx="360" cy="360"/>
            </p14:xfrm>
          </p:contentPart>
        </mc:Choice>
        <mc:Fallback>
          <p:pic>
            <p:nvPicPr>
              <p:cNvPr id="1043" name="잉크 1042">
                <a:extLst>
                  <a:ext uri="{FF2B5EF4-FFF2-40B4-BE49-F238E27FC236}">
                    <a16:creationId xmlns:a16="http://schemas.microsoft.com/office/drawing/2014/main" id="{D908F5E6-D8C4-7FE3-85FA-289B112CEEB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45490" y="364269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044" name="잉크 1043">
                <a:extLst>
                  <a:ext uri="{FF2B5EF4-FFF2-40B4-BE49-F238E27FC236}">
                    <a16:creationId xmlns:a16="http://schemas.microsoft.com/office/drawing/2014/main" id="{AAF7E66E-7D59-F765-CE31-D8CE9F4A8166}"/>
                  </a:ext>
                </a:extLst>
              </p14:cNvPr>
              <p14:cNvContentPartPr/>
              <p14:nvPr/>
            </p14:nvContentPartPr>
            <p14:xfrm>
              <a:off x="2381130" y="3714690"/>
              <a:ext cx="360" cy="360"/>
            </p14:xfrm>
          </p:contentPart>
        </mc:Choice>
        <mc:Fallback>
          <p:pic>
            <p:nvPicPr>
              <p:cNvPr id="1044" name="잉크 1043">
                <a:extLst>
                  <a:ext uri="{FF2B5EF4-FFF2-40B4-BE49-F238E27FC236}">
                    <a16:creationId xmlns:a16="http://schemas.microsoft.com/office/drawing/2014/main" id="{AAF7E66E-7D59-F765-CE31-D8CE9F4A816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45490" y="364269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045" name="잉크 1044">
                <a:extLst>
                  <a:ext uri="{FF2B5EF4-FFF2-40B4-BE49-F238E27FC236}">
                    <a16:creationId xmlns:a16="http://schemas.microsoft.com/office/drawing/2014/main" id="{05409B3F-3642-AE06-FE74-9E33631AB359}"/>
                  </a:ext>
                </a:extLst>
              </p14:cNvPr>
              <p14:cNvContentPartPr/>
              <p14:nvPr/>
            </p14:nvContentPartPr>
            <p14:xfrm>
              <a:off x="2431890" y="3617130"/>
              <a:ext cx="2158920" cy="22320"/>
            </p14:xfrm>
          </p:contentPart>
        </mc:Choice>
        <mc:Fallback>
          <p:pic>
            <p:nvPicPr>
              <p:cNvPr id="1045" name="잉크 1044">
                <a:extLst>
                  <a:ext uri="{FF2B5EF4-FFF2-40B4-BE49-F238E27FC236}">
                    <a16:creationId xmlns:a16="http://schemas.microsoft.com/office/drawing/2014/main" id="{05409B3F-3642-AE06-FE74-9E33631AB35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341890" y="3437130"/>
                <a:ext cx="2338560" cy="38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9" name="그룹 1048">
            <a:extLst>
              <a:ext uri="{FF2B5EF4-FFF2-40B4-BE49-F238E27FC236}">
                <a16:creationId xmlns:a16="http://schemas.microsoft.com/office/drawing/2014/main" id="{9BEC36BF-9049-408E-884B-1A6469A22C33}"/>
              </a:ext>
            </a:extLst>
          </p:cNvPr>
          <p:cNvGrpSpPr/>
          <p:nvPr/>
        </p:nvGrpSpPr>
        <p:grpSpPr>
          <a:xfrm>
            <a:off x="8280810" y="1181010"/>
            <a:ext cx="783720" cy="2400840"/>
            <a:chOff x="8280810" y="1181010"/>
            <a:chExt cx="783720" cy="24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046" name="잉크 1045">
                  <a:extLst>
                    <a:ext uri="{FF2B5EF4-FFF2-40B4-BE49-F238E27FC236}">
                      <a16:creationId xmlns:a16="http://schemas.microsoft.com/office/drawing/2014/main" id="{9323496A-3186-B261-4E60-44E9C09D30CB}"/>
                    </a:ext>
                  </a:extLst>
                </p14:cNvPr>
                <p14:cNvContentPartPr/>
                <p14:nvPr/>
              </p14:nvContentPartPr>
              <p14:xfrm>
                <a:off x="8280810" y="1181010"/>
                <a:ext cx="438120" cy="2400840"/>
              </p14:xfrm>
            </p:contentPart>
          </mc:Choice>
          <mc:Fallback>
            <p:pic>
              <p:nvPicPr>
                <p:cNvPr id="1046" name="잉크 1045">
                  <a:extLst>
                    <a:ext uri="{FF2B5EF4-FFF2-40B4-BE49-F238E27FC236}">
                      <a16:creationId xmlns:a16="http://schemas.microsoft.com/office/drawing/2014/main" id="{9323496A-3186-B261-4E60-44E9C09D30C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72170" y="1172010"/>
                  <a:ext cx="455760" cy="24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47" name="잉크 1046">
                  <a:extLst>
                    <a:ext uri="{FF2B5EF4-FFF2-40B4-BE49-F238E27FC236}">
                      <a16:creationId xmlns:a16="http://schemas.microsoft.com/office/drawing/2014/main" id="{51AB3661-6790-3D00-FCBF-20E4FC1DF60F}"/>
                    </a:ext>
                  </a:extLst>
                </p14:cNvPr>
                <p14:cNvContentPartPr/>
                <p14:nvPr/>
              </p14:nvContentPartPr>
              <p14:xfrm>
                <a:off x="8641890" y="2685810"/>
                <a:ext cx="422640" cy="269640"/>
              </p14:xfrm>
            </p:contentPart>
          </mc:Choice>
          <mc:Fallback>
            <p:pic>
              <p:nvPicPr>
                <p:cNvPr id="1047" name="잉크 1046">
                  <a:extLst>
                    <a:ext uri="{FF2B5EF4-FFF2-40B4-BE49-F238E27FC236}">
                      <a16:creationId xmlns:a16="http://schemas.microsoft.com/office/drawing/2014/main" id="{51AB3661-6790-3D00-FCBF-20E4FC1DF60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33250" y="2676810"/>
                  <a:ext cx="440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48" name="잉크 1047">
                  <a:extLst>
                    <a:ext uri="{FF2B5EF4-FFF2-40B4-BE49-F238E27FC236}">
                      <a16:creationId xmlns:a16="http://schemas.microsoft.com/office/drawing/2014/main" id="{C2BF4B04-F9D8-5855-893F-03D337854E8D}"/>
                    </a:ext>
                  </a:extLst>
                </p14:cNvPr>
                <p14:cNvContentPartPr/>
                <p14:nvPr/>
              </p14:nvContentPartPr>
              <p14:xfrm>
                <a:off x="8870850" y="2774370"/>
                <a:ext cx="185400" cy="235440"/>
              </p14:xfrm>
            </p:contentPart>
          </mc:Choice>
          <mc:Fallback>
            <p:pic>
              <p:nvPicPr>
                <p:cNvPr id="1048" name="잉크 1047">
                  <a:extLst>
                    <a:ext uri="{FF2B5EF4-FFF2-40B4-BE49-F238E27FC236}">
                      <a16:creationId xmlns:a16="http://schemas.microsoft.com/office/drawing/2014/main" id="{C2BF4B04-F9D8-5855-893F-03D337854E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61850" y="2765730"/>
                  <a:ext cx="203040" cy="253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50" name="TextBox 1049">
            <a:extLst>
              <a:ext uri="{FF2B5EF4-FFF2-40B4-BE49-F238E27FC236}">
                <a16:creationId xmlns:a16="http://schemas.microsoft.com/office/drawing/2014/main" id="{F03D67C5-ADD5-0102-6E55-01E49B503ADB}"/>
              </a:ext>
            </a:extLst>
          </p:cNvPr>
          <p:cNvSpPr txBox="1"/>
          <p:nvPr/>
        </p:nvSpPr>
        <p:spPr>
          <a:xfrm>
            <a:off x="9080010" y="2834430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Fully connected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51" name="잉크 1050">
                <a:extLst>
                  <a:ext uri="{FF2B5EF4-FFF2-40B4-BE49-F238E27FC236}">
                    <a16:creationId xmlns:a16="http://schemas.microsoft.com/office/drawing/2014/main" id="{0A4A1050-99ED-9298-DEE4-53CF32E206F1}"/>
                  </a:ext>
                </a:extLst>
              </p14:cNvPr>
              <p14:cNvContentPartPr/>
              <p14:nvPr/>
            </p14:nvContentPartPr>
            <p14:xfrm>
              <a:off x="6571890" y="329250"/>
              <a:ext cx="1987200" cy="33480"/>
            </p14:xfrm>
          </p:contentPart>
        </mc:Choice>
        <mc:Fallback>
          <p:pic>
            <p:nvPicPr>
              <p:cNvPr id="1051" name="잉크 1050">
                <a:extLst>
                  <a:ext uri="{FF2B5EF4-FFF2-40B4-BE49-F238E27FC236}">
                    <a16:creationId xmlns:a16="http://schemas.microsoft.com/office/drawing/2014/main" id="{0A4A1050-99ED-9298-DEE4-53CF32E206F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36250" y="257610"/>
                <a:ext cx="20588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52" name="잉크 1051">
                <a:extLst>
                  <a:ext uri="{FF2B5EF4-FFF2-40B4-BE49-F238E27FC236}">
                    <a16:creationId xmlns:a16="http://schemas.microsoft.com/office/drawing/2014/main" id="{B0B505C7-8A37-B8CE-08D8-040119E565E7}"/>
                  </a:ext>
                </a:extLst>
              </p14:cNvPr>
              <p14:cNvContentPartPr/>
              <p14:nvPr/>
            </p14:nvContentPartPr>
            <p14:xfrm>
              <a:off x="6724530" y="596730"/>
              <a:ext cx="1904760" cy="57600"/>
            </p14:xfrm>
          </p:contentPart>
        </mc:Choice>
        <mc:Fallback>
          <p:pic>
            <p:nvPicPr>
              <p:cNvPr id="1052" name="잉크 1051">
                <a:extLst>
                  <a:ext uri="{FF2B5EF4-FFF2-40B4-BE49-F238E27FC236}">
                    <a16:creationId xmlns:a16="http://schemas.microsoft.com/office/drawing/2014/main" id="{B0B505C7-8A37-B8CE-08D8-040119E565E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88530" y="525090"/>
                <a:ext cx="197640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7" name="그룹 1056">
            <a:extLst>
              <a:ext uri="{FF2B5EF4-FFF2-40B4-BE49-F238E27FC236}">
                <a16:creationId xmlns:a16="http://schemas.microsoft.com/office/drawing/2014/main" id="{85177C0E-8391-0B67-37FC-5C16B9AE1FAD}"/>
              </a:ext>
            </a:extLst>
          </p:cNvPr>
          <p:cNvGrpSpPr/>
          <p:nvPr/>
        </p:nvGrpSpPr>
        <p:grpSpPr>
          <a:xfrm>
            <a:off x="8766450" y="254010"/>
            <a:ext cx="784440" cy="695520"/>
            <a:chOff x="8766450" y="254010"/>
            <a:chExt cx="784440" cy="69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54" name="잉크 1053">
                  <a:extLst>
                    <a:ext uri="{FF2B5EF4-FFF2-40B4-BE49-F238E27FC236}">
                      <a16:creationId xmlns:a16="http://schemas.microsoft.com/office/drawing/2014/main" id="{AB2C89B9-5AA5-482D-F524-E53D484399FB}"/>
                    </a:ext>
                  </a:extLst>
                </p14:cNvPr>
                <p14:cNvContentPartPr/>
                <p14:nvPr/>
              </p14:nvContentPartPr>
              <p14:xfrm>
                <a:off x="8766450" y="254010"/>
                <a:ext cx="142920" cy="695520"/>
              </p14:xfrm>
            </p:contentPart>
          </mc:Choice>
          <mc:Fallback>
            <p:pic>
              <p:nvPicPr>
                <p:cNvPr id="1054" name="잉크 1053">
                  <a:extLst>
                    <a:ext uri="{FF2B5EF4-FFF2-40B4-BE49-F238E27FC236}">
                      <a16:creationId xmlns:a16="http://schemas.microsoft.com/office/drawing/2014/main" id="{AB2C89B9-5AA5-482D-F524-E53D484399F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57810" y="245010"/>
                  <a:ext cx="16056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55" name="잉크 1054">
                  <a:extLst>
                    <a:ext uri="{FF2B5EF4-FFF2-40B4-BE49-F238E27FC236}">
                      <a16:creationId xmlns:a16="http://schemas.microsoft.com/office/drawing/2014/main" id="{F844DFF1-6BD1-D1F6-5254-96325B0B84FC}"/>
                    </a:ext>
                  </a:extLst>
                </p14:cNvPr>
                <p14:cNvContentPartPr/>
                <p14:nvPr/>
              </p14:nvContentPartPr>
              <p14:xfrm>
                <a:off x="8902530" y="533370"/>
                <a:ext cx="602640" cy="77040"/>
              </p14:xfrm>
            </p:contentPart>
          </mc:Choice>
          <mc:Fallback>
            <p:pic>
              <p:nvPicPr>
                <p:cNvPr id="1055" name="잉크 1054">
                  <a:extLst>
                    <a:ext uri="{FF2B5EF4-FFF2-40B4-BE49-F238E27FC236}">
                      <a16:creationId xmlns:a16="http://schemas.microsoft.com/office/drawing/2014/main" id="{F844DFF1-6BD1-D1F6-5254-96325B0B84F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93530" y="524370"/>
                  <a:ext cx="620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56" name="잉크 1055">
                  <a:extLst>
                    <a:ext uri="{FF2B5EF4-FFF2-40B4-BE49-F238E27FC236}">
                      <a16:creationId xmlns:a16="http://schemas.microsoft.com/office/drawing/2014/main" id="{0AE3B24B-A4B1-D23A-5B7B-0B9A80FD3B90}"/>
                    </a:ext>
                  </a:extLst>
                </p14:cNvPr>
                <p14:cNvContentPartPr/>
                <p14:nvPr/>
              </p14:nvContentPartPr>
              <p14:xfrm>
                <a:off x="9434610" y="545970"/>
                <a:ext cx="116280" cy="144360"/>
              </p14:xfrm>
            </p:contentPart>
          </mc:Choice>
          <mc:Fallback>
            <p:pic>
              <p:nvPicPr>
                <p:cNvPr id="1056" name="잉크 1055">
                  <a:extLst>
                    <a:ext uri="{FF2B5EF4-FFF2-40B4-BE49-F238E27FC236}">
                      <a16:creationId xmlns:a16="http://schemas.microsoft.com/office/drawing/2014/main" id="{0AE3B24B-A4B1-D23A-5B7B-0B9A80FD3B9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25970" y="536970"/>
                  <a:ext cx="133920" cy="16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58" name="TextBox 1057">
            <a:extLst>
              <a:ext uri="{FF2B5EF4-FFF2-40B4-BE49-F238E27FC236}">
                <a16:creationId xmlns:a16="http://schemas.microsoft.com/office/drawing/2014/main" id="{BC746794-E547-7B31-16F9-671E1FD8EF25}"/>
              </a:ext>
            </a:extLst>
          </p:cNvPr>
          <p:cNvSpPr txBox="1"/>
          <p:nvPr/>
        </p:nvSpPr>
        <p:spPr>
          <a:xfrm>
            <a:off x="9641250" y="442543"/>
            <a:ext cx="24193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1400" dirty="0">
                <a:solidFill>
                  <a:srgbClr val="FF0000"/>
                </a:solidFill>
              </a:rPr>
              <a:t>가중치가 없다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sz="1400" dirty="0">
                <a:solidFill>
                  <a:srgbClr val="FF0000"/>
                </a:solidFill>
              </a:rPr>
              <a:t>각각의 라인이 </a:t>
            </a:r>
            <a:r>
              <a:rPr lang="ko-KR" altLang="en-US" sz="1400" dirty="0" err="1">
                <a:solidFill>
                  <a:srgbClr val="FF0000"/>
                </a:solidFill>
              </a:rPr>
              <a:t>피쳐를</a:t>
            </a:r>
            <a:r>
              <a:rPr lang="ko-KR" altLang="en-US" sz="1400" dirty="0">
                <a:solidFill>
                  <a:srgbClr val="FF0000"/>
                </a:solidFill>
              </a:rPr>
              <a:t> 나타낸다고 생각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sz="1400" dirty="0">
                <a:solidFill>
                  <a:srgbClr val="FF0000"/>
                </a:solidFill>
              </a:rPr>
              <a:t>No Fully connected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22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DEFE4-DEB3-C289-29F3-40E47654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957DB6-9A45-146A-BF43-6359AFB4D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3616E31-8594-2A43-0809-D877E5350552}"/>
                  </a:ext>
                </a:extLst>
              </p14:cNvPr>
              <p14:cNvContentPartPr/>
              <p14:nvPr/>
            </p14:nvContentPartPr>
            <p14:xfrm>
              <a:off x="1165410" y="2429130"/>
              <a:ext cx="98640" cy="100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3616E31-8594-2A43-0809-D877E53505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7410" y="2393490"/>
                <a:ext cx="1342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8DFF2439-A7E5-61FC-4883-9E072FDB8C15}"/>
                  </a:ext>
                </a:extLst>
              </p14:cNvPr>
              <p14:cNvContentPartPr/>
              <p14:nvPr/>
            </p14:nvContentPartPr>
            <p14:xfrm>
              <a:off x="1061010" y="2419050"/>
              <a:ext cx="246960" cy="198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8DFF2439-A7E5-61FC-4883-9E072FDB8C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3370" y="2383410"/>
                <a:ext cx="2826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9FA7078-FF0F-F6D0-E58C-74CC4478A4AD}"/>
                  </a:ext>
                </a:extLst>
              </p14:cNvPr>
              <p14:cNvContentPartPr/>
              <p14:nvPr/>
            </p14:nvContentPartPr>
            <p14:xfrm>
              <a:off x="1053810" y="2438490"/>
              <a:ext cx="360" cy="3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9FA7078-FF0F-F6D0-E58C-74CC4478A4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6170" y="240249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4F09CB64-F3A7-38D1-FB21-FF96ACF5473B}"/>
                  </a:ext>
                </a:extLst>
              </p14:cNvPr>
              <p14:cNvContentPartPr/>
              <p14:nvPr/>
            </p14:nvContentPartPr>
            <p14:xfrm>
              <a:off x="882450" y="2430930"/>
              <a:ext cx="222840" cy="65772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4F09CB64-F3A7-38D1-FB21-FF96ACF547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4450" y="2394930"/>
                <a:ext cx="258480" cy="7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097C2894-DCEE-88C0-646A-BC98F7774930}"/>
                  </a:ext>
                </a:extLst>
              </p14:cNvPr>
              <p14:cNvContentPartPr/>
              <p14:nvPr/>
            </p14:nvContentPartPr>
            <p14:xfrm>
              <a:off x="716850" y="2837370"/>
              <a:ext cx="375120" cy="3639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097C2894-DCEE-88C0-646A-BC98F777493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850" y="2828730"/>
                <a:ext cx="392760" cy="38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77AC96-B5D5-1F5E-D8BF-FA0AFBEBEFFC}"/>
              </a:ext>
            </a:extLst>
          </p:cNvPr>
          <p:cNvGrpSpPr/>
          <p:nvPr/>
        </p:nvGrpSpPr>
        <p:grpSpPr>
          <a:xfrm>
            <a:off x="8159490" y="1123770"/>
            <a:ext cx="280080" cy="1081440"/>
            <a:chOff x="8159490" y="1123770"/>
            <a:chExt cx="280080" cy="10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C0CF2BF-1030-3AF7-8E28-A9E1ACA1989F}"/>
                    </a:ext>
                  </a:extLst>
                </p14:cNvPr>
                <p14:cNvContentPartPr/>
                <p14:nvPr/>
              </p14:nvContentPartPr>
              <p14:xfrm>
                <a:off x="8252010" y="1123770"/>
                <a:ext cx="85680" cy="8031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C0CF2BF-1030-3AF7-8E28-A9E1ACA198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43370" y="1115130"/>
                  <a:ext cx="103320" cy="8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F0488E8-4B5F-286A-ED30-CC66A26E1054}"/>
                    </a:ext>
                  </a:extLst>
                </p14:cNvPr>
                <p14:cNvContentPartPr/>
                <p14:nvPr/>
              </p14:nvContentPartPr>
              <p14:xfrm>
                <a:off x="8159490" y="1930170"/>
                <a:ext cx="360" cy="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F0488E8-4B5F-286A-ED30-CC66A26E105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50850" y="19215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C5D6B3F-F2FF-8E45-4717-9A69E6E97AAE}"/>
                    </a:ext>
                  </a:extLst>
                </p14:cNvPr>
                <p14:cNvContentPartPr/>
                <p14:nvPr/>
              </p14:nvContentPartPr>
              <p14:xfrm>
                <a:off x="8159490" y="1920450"/>
                <a:ext cx="205920" cy="2109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C5D6B3F-F2FF-8E45-4717-9A69E6E97AA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50850" y="1911810"/>
                  <a:ext cx="223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99F7F01-0421-06B2-4DFA-8B32854F975E}"/>
                    </a:ext>
                  </a:extLst>
                </p14:cNvPr>
                <p14:cNvContentPartPr/>
                <p14:nvPr/>
              </p14:nvContentPartPr>
              <p14:xfrm>
                <a:off x="8375490" y="2057250"/>
                <a:ext cx="360" cy="3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99F7F01-0421-06B2-4DFA-8B32854F975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66490" y="20482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887FF6F-492E-B319-4AAC-A53B1C5E0521}"/>
                    </a:ext>
                  </a:extLst>
                </p14:cNvPr>
                <p14:cNvContentPartPr/>
                <p14:nvPr/>
              </p14:nvContentPartPr>
              <p14:xfrm>
                <a:off x="8369010" y="2101530"/>
                <a:ext cx="360" cy="568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887FF6F-492E-B319-4AAC-A53B1C5E05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60370" y="2092890"/>
                  <a:ext cx="18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DAE0BB1-8EA4-FA31-B5C0-94706817F155}"/>
                    </a:ext>
                  </a:extLst>
                </p14:cNvPr>
                <p14:cNvContentPartPr/>
                <p14:nvPr/>
              </p14:nvContentPartPr>
              <p14:xfrm>
                <a:off x="8436330" y="2068770"/>
                <a:ext cx="2880" cy="14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DAE0BB1-8EA4-FA31-B5C0-94706817F1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27690" y="2060130"/>
                  <a:ext cx="20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C6B5123-6125-91AB-940F-C1E0CF106147}"/>
                    </a:ext>
                  </a:extLst>
                </p14:cNvPr>
                <p14:cNvContentPartPr/>
                <p14:nvPr/>
              </p14:nvContentPartPr>
              <p14:xfrm>
                <a:off x="8401770" y="2120970"/>
                <a:ext cx="37800" cy="842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C6B5123-6125-91AB-940F-C1E0CF1061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92770" y="2111970"/>
                  <a:ext cx="55440" cy="101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2808E43-99E5-37BF-0894-212C58D1B598}"/>
              </a:ext>
            </a:extLst>
          </p:cNvPr>
          <p:cNvSpPr txBox="1"/>
          <p:nvPr/>
        </p:nvSpPr>
        <p:spPr>
          <a:xfrm>
            <a:off x="2686050" y="385409"/>
            <a:ext cx="816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한참 앞에 있는 </a:t>
            </a:r>
            <a:r>
              <a:rPr lang="ko-KR" altLang="en-US" sz="1400" dirty="0" err="1">
                <a:solidFill>
                  <a:srgbClr val="FF0000"/>
                </a:solidFill>
              </a:rPr>
              <a:t>가중치업데이트를</a:t>
            </a:r>
            <a:r>
              <a:rPr lang="ko-KR" altLang="en-US" sz="1400" dirty="0">
                <a:solidFill>
                  <a:srgbClr val="FF0000"/>
                </a:solidFill>
              </a:rPr>
              <a:t> 위해 </a:t>
            </a:r>
            <a:r>
              <a:rPr lang="ko-KR" altLang="en-US" sz="1400" dirty="0" err="1">
                <a:solidFill>
                  <a:srgbClr val="FF0000"/>
                </a:solidFill>
              </a:rPr>
              <a:t>그라디언트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계산시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W</a:t>
            </a:r>
            <a:r>
              <a:rPr lang="ko-KR" altLang="en-US" sz="1400" dirty="0">
                <a:solidFill>
                  <a:srgbClr val="FF0000"/>
                </a:solidFill>
              </a:rPr>
              <a:t>는 전부 같다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같은 것은 계속 곱하면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>
                <a:solidFill>
                  <a:srgbClr val="FF0000"/>
                </a:solidFill>
              </a:rPr>
              <a:t>  -&gt; 1) W &lt; 1, 0</a:t>
            </a:r>
            <a:r>
              <a:rPr lang="ko-KR" altLang="en-US" sz="1400" dirty="0" err="1">
                <a:solidFill>
                  <a:srgbClr val="FF0000"/>
                </a:solidFill>
              </a:rPr>
              <a:t>으로감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2) W &gt; 1, </a:t>
            </a:r>
            <a:r>
              <a:rPr lang="ko-KR" altLang="en-US" sz="1400" dirty="0">
                <a:solidFill>
                  <a:srgbClr val="FF0000"/>
                </a:solidFill>
              </a:rPr>
              <a:t>무한히 커짐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3495C2D-0DEA-DA58-8171-A983E7C362DA}"/>
              </a:ext>
            </a:extLst>
          </p:cNvPr>
          <p:cNvGrpSpPr/>
          <p:nvPr/>
        </p:nvGrpSpPr>
        <p:grpSpPr>
          <a:xfrm>
            <a:off x="666090" y="755490"/>
            <a:ext cx="2062080" cy="2197440"/>
            <a:chOff x="666090" y="755490"/>
            <a:chExt cx="2062080" cy="21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9B38093A-12B2-8CDE-CE55-F955AEB79113}"/>
                    </a:ext>
                  </a:extLst>
                </p14:cNvPr>
                <p14:cNvContentPartPr/>
                <p14:nvPr/>
              </p14:nvContentPartPr>
              <p14:xfrm>
                <a:off x="666090" y="764130"/>
                <a:ext cx="2047320" cy="21888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9B38093A-12B2-8CDE-CE55-F955AEB791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7450" y="755490"/>
                  <a:ext cx="2064960" cy="22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152C6431-A083-92B6-6CFF-FA13ACF56920}"/>
                    </a:ext>
                  </a:extLst>
                </p14:cNvPr>
                <p14:cNvContentPartPr/>
                <p14:nvPr/>
              </p14:nvContentPartPr>
              <p14:xfrm>
                <a:off x="2621970" y="755490"/>
                <a:ext cx="102240" cy="183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152C6431-A083-92B6-6CFF-FA13ACF569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13330" y="746490"/>
                  <a:ext cx="119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35784FD-B0F8-6A9F-3F14-B3B16BF070D7}"/>
                    </a:ext>
                  </a:extLst>
                </p14:cNvPr>
                <p14:cNvContentPartPr/>
                <p14:nvPr/>
              </p14:nvContentPartPr>
              <p14:xfrm>
                <a:off x="2711250" y="755490"/>
                <a:ext cx="16920" cy="1202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35784FD-B0F8-6A9F-3F14-B3B16BF070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02610" y="746490"/>
                  <a:ext cx="3456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E9080056-EC63-C0C2-DD79-EF43B0C1E23B}"/>
                  </a:ext>
                </a:extLst>
              </p14:cNvPr>
              <p14:cNvContentPartPr/>
              <p14:nvPr/>
            </p14:nvContentPartPr>
            <p14:xfrm>
              <a:off x="7289730" y="4711530"/>
              <a:ext cx="653760" cy="3348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E9080056-EC63-C0C2-DD79-EF43B0C1E23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280730" y="4702890"/>
                <a:ext cx="671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3CDF095A-58D5-26D2-E3D8-6527A4477180}"/>
                  </a:ext>
                </a:extLst>
              </p14:cNvPr>
              <p14:cNvContentPartPr/>
              <p14:nvPr/>
            </p14:nvContentPartPr>
            <p14:xfrm>
              <a:off x="6127650" y="4712970"/>
              <a:ext cx="217080" cy="1800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3CDF095A-58D5-26D2-E3D8-6527A447718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18650" y="4704330"/>
                <a:ext cx="23472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E357F4A5-D69B-6C96-D0BA-4D50AE5F866F}"/>
                  </a:ext>
                </a:extLst>
              </p14:cNvPr>
              <p14:cNvContentPartPr/>
              <p14:nvPr/>
            </p14:nvContentPartPr>
            <p14:xfrm>
              <a:off x="9092970" y="4385730"/>
              <a:ext cx="144000" cy="1548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E357F4A5-D69B-6C96-D0BA-4D50AE5F866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84330" y="4377090"/>
                <a:ext cx="161640" cy="3312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E8A7C52-DA4E-F6B4-AFCD-9C8F0BEF2F25}"/>
              </a:ext>
            </a:extLst>
          </p:cNvPr>
          <p:cNvSpPr txBox="1"/>
          <p:nvPr/>
        </p:nvSpPr>
        <p:spPr>
          <a:xfrm>
            <a:off x="9372600" y="4057650"/>
            <a:ext cx="1479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매 </a:t>
            </a:r>
            <a:r>
              <a:rPr lang="en-US" altLang="ko-KR" sz="1200" dirty="0">
                <a:solidFill>
                  <a:srgbClr val="FF0000"/>
                </a:solidFill>
              </a:rPr>
              <a:t>time step </a:t>
            </a:r>
            <a:r>
              <a:rPr lang="ko-KR" altLang="en-US" sz="1200" dirty="0">
                <a:solidFill>
                  <a:srgbClr val="FF0000"/>
                </a:solidFill>
              </a:rPr>
              <a:t>마다 다르다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F97D32-62B4-A09C-BD95-8827D684EE63}"/>
              </a:ext>
            </a:extLst>
          </p:cNvPr>
          <p:cNvSpPr txBox="1"/>
          <p:nvPr/>
        </p:nvSpPr>
        <p:spPr>
          <a:xfrm>
            <a:off x="4159250" y="4711530"/>
            <a:ext cx="2609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Simple RNN</a:t>
            </a:r>
            <a:r>
              <a:rPr lang="ko-KR" altLang="en-US" sz="1200" dirty="0">
                <a:solidFill>
                  <a:srgbClr val="FF0000"/>
                </a:solidFill>
              </a:rPr>
              <a:t>과 달리 매번  다르다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B240A-B955-FD86-4F64-4057BEF401FD}"/>
              </a:ext>
            </a:extLst>
          </p:cNvPr>
          <p:cNvSpPr txBox="1"/>
          <p:nvPr/>
        </p:nvSpPr>
        <p:spPr>
          <a:xfrm>
            <a:off x="7683500" y="4983274"/>
            <a:ext cx="16083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이걸 더해줘서 </a:t>
            </a:r>
            <a:r>
              <a:rPr lang="en-US" altLang="ko-KR" sz="1100" dirty="0">
                <a:solidFill>
                  <a:srgbClr val="FF0000"/>
                </a:solidFill>
              </a:rPr>
              <a:t>0</a:t>
            </a:r>
            <a:r>
              <a:rPr lang="ko-KR" altLang="en-US" sz="1100" dirty="0">
                <a:solidFill>
                  <a:srgbClr val="FF0000"/>
                </a:solidFill>
              </a:rPr>
              <a:t>으로 가지 않는다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F48C225-F6F0-662A-9A76-F14E3F6EE266}"/>
              </a:ext>
            </a:extLst>
          </p:cNvPr>
          <p:cNvGrpSpPr/>
          <p:nvPr/>
        </p:nvGrpSpPr>
        <p:grpSpPr>
          <a:xfrm>
            <a:off x="7778610" y="4756170"/>
            <a:ext cx="204840" cy="283320"/>
            <a:chOff x="7778610" y="4756170"/>
            <a:chExt cx="20484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75CCD803-573A-E6C9-116F-6FAED1498699}"/>
                    </a:ext>
                  </a:extLst>
                </p14:cNvPr>
                <p14:cNvContentPartPr/>
                <p14:nvPr/>
              </p14:nvContentPartPr>
              <p14:xfrm>
                <a:off x="7778610" y="4756170"/>
                <a:ext cx="151560" cy="24840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75CCD803-573A-E6C9-116F-6FAED14986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69610" y="4747170"/>
                  <a:ext cx="169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E0A4344C-597F-E5F3-6B83-D618C6B3F3AE}"/>
                    </a:ext>
                  </a:extLst>
                </p14:cNvPr>
                <p14:cNvContentPartPr/>
                <p14:nvPr/>
              </p14:nvContentPartPr>
              <p14:xfrm>
                <a:off x="7873650" y="4967850"/>
                <a:ext cx="109800" cy="7164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E0A4344C-597F-E5F3-6B83-D618C6B3F3A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65010" y="4958850"/>
                  <a:ext cx="12744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6BEE317-F7E2-B3F1-C485-096AEBE001C7}"/>
              </a:ext>
            </a:extLst>
          </p:cNvPr>
          <p:cNvGrpSpPr/>
          <p:nvPr/>
        </p:nvGrpSpPr>
        <p:grpSpPr>
          <a:xfrm>
            <a:off x="9264330" y="4024650"/>
            <a:ext cx="241560" cy="106200"/>
            <a:chOff x="9264330" y="4024650"/>
            <a:chExt cx="241560" cy="1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70D94777-C338-65A0-1E67-E4DA67D6147F}"/>
                    </a:ext>
                  </a:extLst>
                </p14:cNvPr>
                <p14:cNvContentPartPr/>
                <p14:nvPr/>
              </p14:nvContentPartPr>
              <p14:xfrm>
                <a:off x="9264330" y="4024650"/>
                <a:ext cx="194760" cy="8604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70D94777-C338-65A0-1E67-E4DA67D6147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55690" y="4015650"/>
                  <a:ext cx="212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C0364E46-D7E0-62B5-B024-76E86480A45B}"/>
                    </a:ext>
                  </a:extLst>
                </p14:cNvPr>
                <p14:cNvContentPartPr/>
                <p14:nvPr/>
              </p14:nvContentPartPr>
              <p14:xfrm>
                <a:off x="9397890" y="4045170"/>
                <a:ext cx="108000" cy="8568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C0364E46-D7E0-62B5-B024-76E86480A4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88890" y="4036530"/>
                  <a:ext cx="1256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71B1F25-8DE0-CE5E-0CDC-0D81858AA916}"/>
              </a:ext>
            </a:extLst>
          </p:cNvPr>
          <p:cNvGrpSpPr/>
          <p:nvPr/>
        </p:nvGrpSpPr>
        <p:grpSpPr>
          <a:xfrm>
            <a:off x="6030810" y="4628730"/>
            <a:ext cx="173520" cy="91080"/>
            <a:chOff x="6030810" y="4628730"/>
            <a:chExt cx="173520" cy="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F527384D-41A1-DD2C-CB08-B66D87DBA97C}"/>
                    </a:ext>
                  </a:extLst>
                </p14:cNvPr>
                <p14:cNvContentPartPr/>
                <p14:nvPr/>
              </p14:nvContentPartPr>
              <p14:xfrm>
                <a:off x="6047370" y="4628730"/>
                <a:ext cx="156960" cy="7200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F527384D-41A1-DD2C-CB08-B66D87DBA97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38730" y="4620090"/>
                  <a:ext cx="174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1EE47E62-929C-D973-22B5-E3F5677A555D}"/>
                    </a:ext>
                  </a:extLst>
                </p14:cNvPr>
                <p14:cNvContentPartPr/>
                <p14:nvPr/>
              </p14:nvContentPartPr>
              <p14:xfrm>
                <a:off x="6030810" y="4660770"/>
                <a:ext cx="51480" cy="5904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1EE47E62-929C-D973-22B5-E3F5677A55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21810" y="4651770"/>
                  <a:ext cx="6912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472C6502-8339-6687-46F5-64DB691C6507}"/>
                  </a:ext>
                </a:extLst>
              </p14:cNvPr>
              <p14:cNvContentPartPr/>
              <p14:nvPr/>
            </p14:nvContentPartPr>
            <p14:xfrm>
              <a:off x="1098450" y="4334970"/>
              <a:ext cx="3434760" cy="52920"/>
            </p14:xfrm>
          </p:contentPart>
        </mc:Choice>
        <mc:Fallback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472C6502-8339-6687-46F5-64DB691C650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89450" y="4326330"/>
                <a:ext cx="3452400" cy="7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3129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304</Words>
  <Application>Microsoft Office PowerPoint</Application>
  <PresentationFormat>와이드스크린</PresentationFormat>
  <Paragraphs>48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Deep Learning 30</vt:lpstr>
      <vt:lpstr>     </vt:lpstr>
      <vt:lpstr>Cell state vector -&gt; 중요한 input의 정보만 쏙쏙 빼내서 저장. (과거의 정보를 더 잘 저장하려고)   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13</cp:revision>
  <dcterms:created xsi:type="dcterms:W3CDTF">2025-11-08T19:45:56Z</dcterms:created>
  <dcterms:modified xsi:type="dcterms:W3CDTF">2025-11-08T21:10:10Z</dcterms:modified>
</cp:coreProperties>
</file>